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svg" ContentType="image/svg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9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2.png" /><Relationship Id="rId1" Type="http://schemas.openxmlformats.org/officeDocument/2006/relationships/image" Target="media/image11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Relationship Id="rId2" Type="http://schemas.openxmlformats.org/officeDocument/2006/relationships/image" Target="media/image15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Relationship Id="rId2" Type="http://schemas.openxmlformats.org/officeDocument/2006/relationships/image" Target="media/image17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png" /><Relationship Id="rId2" Type="http://schemas.openxmlformats.org/officeDocument/2006/relationships/image" Target="media/image19.png" /><Relationship Id="rId3" Type="http://schemas.openxmlformats.org/officeDocument/2006/relationships/image" Target="media/image1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jp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Relationship Id="rId3" Type="http://schemas.openxmlformats.org/officeDocument/2006/relationships/image" Target="media/image6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0B1020', padding: 0 }}&gt;&#10;    &lt;Box style={{ position: 'absolute', left: 0, top: 0, width: 460, height: 720, background: 'linear-gradient(135deg, #1E1B4B 0%, #0B1020 100%)' }} /&gt;&#10;    &lt;Box style={{ position: 'absolute', right: 90, top: 120, width: 300, height: 300, borderRadius: 150, background: 'rgba(79,70,229,0.18)' }} /&gt;&#10;    &lt;Box style={{ position: 'absolute', right: 240, top: 380, width: 180, height: 180, borderRadius: 90, background: 'rgba(34,211,238,0.14)' }} /&gt;&#10;&#10;    &lt;Box style={{ position: 'absolute', left: 80, top: 210, width: 620 }}&gt;&#10;        &lt;Text style={{ fontSize: 18, color: '#22D3EE', letterSpacing: 2 }}&gt;AI Application 比赛 · 赛道 B&lt;/Text&gt;&#10;        &lt;Text style={{ fontSize: 76, fontWeight: 'bold', color: '#FFFFFF', marginTop: 18 }}&gt;个人工作台&lt;/Text&gt;&#10;        &lt;Box style={{ width: 90, height: 4, background: '#22D3EE', marginTop: 22 }} /&gt;&#10;        &lt;Text style={{ fontSize: 24, color: '#E2E8F0', lineHeight: 1.6, marginTop: 24 }}&gt;&#10;            让 AI 帮你记、帮你找&#10;        &lt;/Text&gt;&#10;        &lt;Text style={{ fontSize: 17, color: '#94A3B8', lineHeight: 1.7, marginTop: 16 }}&gt;&#10;            日程、笔记、附件、订阅，都在你自己的设备上；&lt;br /&gt;&#10;            AI 负责把一段话变成条目，再把它们按意思找回来。&#10;        &lt;/Text&gt;&#10;        &lt;Text style={{ fontSize: 16, color: '#64748B', marginTop: 34 }}&gt;github.com/wzsl07/personal-workspace&lt;/Text&gt;&#10;        &lt;Text style={{ fontSize: 15, color: '#64748B', marginTop: 6 }}&gt;v0.2.0 · MIT · 桌面 / 网页 / 手机 PWA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1E1B4B"/>
              </a:gs>
              <a:gs pos="100000">
                <a:srgbClr val="0B102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8477250" y="1143000"/>
            <a:ext cx="2857500" cy="2857500"/>
          </a:xfrm>
          <a:prstGeom prst="roundRect">
            <a:avLst>
              <a:gd name="adj" fmla="val 50000"/>
            </a:avLst>
          </a:prstGeom>
          <a:solidFill>
            <a:srgbClr val="4F46E5">
              <a:alpha val="18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191500" y="3619500"/>
            <a:ext cx="1714500" cy="1714500"/>
          </a:xfrm>
          <a:prstGeom prst="roundRect">
            <a:avLst>
              <a:gd name="adj" fmla="val 50000"/>
            </a:avLst>
          </a:prstGeom>
          <a:solidFill>
            <a:srgbClr val="22D3EE">
              <a:alpha val="14000"/>
            </a:srgbClr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000250"/>
            <a:ext cx="5905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22D3EE"/>
                </a:solidFill>
                <a:latin typeface="Microsoft YaHei"/>
                <a:ea typeface="Microsoft YaHei"/>
              </a:rPr>
              <a:t xml:space="preserve">AI Application </a:t>
            </a:r>
            <a:r>
              <a:rPr lang="zh-CN" sz="1350" spc="150">
                <a:solidFill>
                  <a:srgbClr val="22D3EE"/>
                </a:solidFill>
                <a:latin typeface="Microsoft YaHei"/>
                <a:ea typeface="Microsoft YaHei"/>
              </a:rPr>
              <a:t>比赛</a:t>
            </a:r>
            <a:r>
              <a:rPr lang="en-US" sz="1350" spc="150">
                <a:solidFill>
                  <a:srgbClr val="22D3E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150">
                <a:solidFill>
                  <a:srgbClr val="22D3EE"/>
                </a:solidFill>
                <a:latin typeface="Microsoft YaHei"/>
                <a:ea typeface="Microsoft YaHei"/>
              </a:rPr>
              <a:t>赛道</a:t>
            </a:r>
            <a:r>
              <a:rPr lang="en-US" sz="1350" spc="150">
                <a:solidFill>
                  <a:srgbClr val="22D3EE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59055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个人工作台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3467100"/>
            <a:ext cx="85725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3733800"/>
            <a:ext cx="59055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E2E8F0"/>
                </a:solidFill>
                <a:latin typeface="Microsoft YaHei"/>
                <a:ea typeface="Microsoft YaHei"/>
              </a:rPr>
              <a:t>让</a:t>
            </a:r>
            <a:r>
              <a:rPr lang="en-US" sz="1800">
                <a:solidFill>
                  <a:srgbClr val="E2E8F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800">
                <a:solidFill>
                  <a:srgbClr val="E2E8F0"/>
                </a:solidFill>
                <a:latin typeface="Microsoft YaHei"/>
                <a:ea typeface="Microsoft YaHei"/>
              </a:rPr>
              <a:t>帮你记、帮你找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4333875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日程、笔记、附件、订阅，都在你自己的设备上；</a:t>
            </a:r>
            <a:endParaRPr/>
          </a:p>
          <a:p>
            <a:pPr>
              <a:lnSpc>
                <a:spcPct val="17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负责把一段话变成条目，再把它们按意思找回来。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5324475"/>
            <a:ext cx="590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github.com/wzsl07/personal-workspace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62000" y="5572125"/>
            <a:ext cx="590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v0.2.0 · MIT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桌面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网页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手机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 xml:space="preserve"> PWA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1" name="" descr="&lt;Slide style={{ background: '#0B1020', padding: 60 }}&gt;&#10;    &lt;Box style={{ flexDirection: 'row', justifyContent: 'space-between', alignItems: 'flex-end' }}&gt;&#10;        &lt;Text style={{ fontSize: 34, fontWeight: 'bold', color: '#FFFFFF' }}&gt;一天怎么用：从起床到睡前&lt;/Text&gt;&#10;        &lt;Text style={{ fontSize: 14, color: '#64748B' }}&gt;01 / 整体动线&lt;/Text&gt;&#10;    &lt;/Box&gt;&#10;    &lt;Box style={{ width: '100%', height: 1, background: 'rgba(34,211,238,0.4)', marginTop: 14 }} /&gt;&#10;&#10;    &lt;Box style={{ marginTop: 22 }}&gt;&#10;        &lt;svg width={1160} height={330} viewBox='0 0 1160 330' fontFamily='Microsoft YaHei'&gt;&#10;            &lt;text x='0' y='20' fill='#94A3B8' fontSize='15'&gt;顺时针走一遍：记录 → 理解 → 落地 → 提醒 → 找回 → 自动收&lt;/text&gt;&#10;&#10;            &lt;g&gt;&#10;                &lt;rect x='0' y='40' width='152' height='118' rx='10' fill='#151B33' stroke='#334155' /&gt;&#10;                &lt;text x='16' y='68' fill='#22D3EE' fontSize='15' fontWeight='bold'&gt;01 · 早上 8:00&lt;/text&gt;&#10;                &lt;text x='16' y='96' fill='#FFFFFF' fontSize='17' fontWeight='bold'&gt;打开「今日」&lt;/text&gt;&#10;                &lt;text x='16' y='120' fill='#94A3B8' fontSize='13'&gt;今天/本周要做什么&lt;/text&gt;&#10;                &lt;text x='16' y='142' fill='#64748B' fontSize='13'&gt;一眼看完，不用翻&lt;/text&gt;&#10;                &lt;path d='M158 99 L172 99' stroke='#475569' strokeWidth='2' /&gt;&#10;                &lt;path d='M166 93 L172 99 L166 105' fill='none' stroke='#475569' strokeWidth='2' /&gt;&#10;&#10;                &lt;rect x='168' y='40' width='152' height='118' rx='10' fill='#151B33' stroke='#4F46E5' /&gt;&#10;                &lt;text x='184' y='68' fill='#22D3EE' fontSize='15' fontWeight='bold'&gt;02 · 收到通知&lt;/text&gt;&#10;                &lt;text x='184' y='96' fill='#FFFFFF' fontSize='17' fontWeight='bold'&gt;粘进收集箱&lt;/text&gt;&#10;                &lt;text x='184' y='120' fill='#94A3B8' fontSize='13'&gt;不用管格式&lt;/text&gt;&#10;                &lt;text x='184' y='142' fill='#64748B' fontSize='13'&gt;想到什么写什么&lt;/text&gt;&#10;                &lt;path d='M326 99 L340 99' stroke='#475569' strokeWidth='2' /&gt;&#10;                &lt;path d='M334 93 L340 99 L334 105' fill='none' stroke='#475569' strokeWidth='2' /&gt;&#10;&#10;                &lt;rect x='336' y='40' width='152' height='118' rx='10' fill='#151B33' stroke='#4F46E5' /&gt;&#10;                &lt;text x='352' y='68' fill='#22D3EE' fontSize='15' fontWeight='bold'&gt;03 · AI 帮你看&lt;/text&gt;&#10;                &lt;text x='352' y='96' fill='#FFFFFF' fontSize='17' fontWeight='bold'&gt;拆成 9 条&lt;/text&gt;&#10;                &lt;text x='352' y='120' fill='#94A3B8' fontSize='13'&gt;时间/地点/优先级&lt;/text&gt;&#10;                &lt;text x='352' y='142' fill='#64748B' fontSize='13'&gt;没把握的标黄&lt;/text&gt;&#10;                &lt;path d='M494 99 L508 99' stroke='#475569' strokeWidth='2' /&gt;&#10;                &lt;path d='M502 93 L508 99 L502 105' fill='none' stroke='#475569' strokeWidth='2' /&gt;&#10;&#10;                &lt;rect x='504' y='40' width='152' height='118' rx='10' fill='#151B33' stroke='#334155' /&gt;&#10;                &lt;text x='520' y='68' fill='#22D3EE' fontSize='15' fontWeight='bold'&gt;04 · 你点确认&lt;/text&gt;&#10;                &lt;text x='520' y='96' fill='#FFFFFF' fontSize='17' fontWeight='bold'&gt;进草稿箱等你&lt;/text&gt;&#10;                &lt;text x='520' y='120' fill='#94A3B8' fontSize='13'&gt;左右对照着改&lt;/text&gt;&#10;                &lt;text x='520' y='142' fill='#64748B' fontSize='13'&gt;不确认就不入库&lt;/text&gt;&#10;                &lt;path d='M662 99 L676 99' stroke='#475569' strokeWidth='2' /&gt;&#10;                &lt;path d='M670 93 L676 99 L670 105' fill='none' stroke='#475569' strokeWidth='2' /&gt;&#10;&#10;                &lt;rect x='672' y='40' width='152' height='118' rx='10' fill='#151B33' stroke='#334155' /&gt;&#10;                &lt;text x='688' y='68' fill='#22D3EE' fontSize='15' fontWeight='bold'&gt;05 · 进日历&lt;/text&gt;&#10;                &lt;text x='688' y='96' fill='#FFFFFF' fontSize='17' fontWeight='bold'&gt;到点提醒你&lt;/text&gt;&#10;                &lt;text x='688' y='120' fill='#94A3B8' fontSize='13'&gt;系统通知 / 托盘&lt;/text&gt;&#10;                &lt;text x='688' y='142' fill='#64748B' fontSize='13'&gt;不用一直盯着&lt;/text&gt;&#10;                &lt;path d='M830 99 L844 99' stroke='#475569' strokeWidth='2' /&gt;&#10;                &lt;path d='M838 93 L844 99 L838 105' fill='none' stroke='#475569' strokeWidth='2' /&gt;&#10;&#10;                &lt;rect x='840' y='40' width='152' height='118' rx='10' fill='#151B33' stroke='#22D3EE' /&gt;&#10;                &lt;text x='856' y='68' fill='#22D3EE' fontSize='15' fontWeight='bold'&gt;06 · 想找东西&lt;/text&gt;&#10;                &lt;text x='856' y='96' fill='#FFFFFF' fontSize='17' fontWeight='bold'&gt;三种检索&lt;/text&gt;&#10;                &lt;text x='856' y='120' fill='#94A3B8' fontSize='13'&gt;连订阅正文一起&lt;/text&gt;&#10;                &lt;text x='856' y='142' fill='#64748B' fontSize='13'&gt;忘了原话也能找到&lt;/text&gt;&#10;                &lt;path d='M998 99 L1012 99' stroke='#475569' strokeWidth='2' /&gt;&#10;                &lt;path d='M1006 93 L1012 99 L1006 105' fill='none' stroke='#475569' strokeWidth='2' /&gt;&#10;&#10;                &lt;rect x='1008' y='40' width='152' height='118' rx='10' fill='#151B33' stroke='#F0ABFC' /&gt;&#10;                &lt;text x='1024' y='68' fill='#22D3EE' fontSize='15' fontWeight='bold'&gt;07 · 后台一直跑&lt;/text&gt;&#10;                &lt;text x='1024' y='96' fill='#FFFFFF' fontSize='17' fontWeight='bold'&gt;信息流自动收&lt;/text&gt;&#10;                &lt;text x='1024' y='120' fill='#94A3B8' fontSize='13'&gt;订阅的站定时抓&lt;/text&gt;&#10;                &lt;text x='1024' y='142' fill='#64748B' fontSize='13'&gt;醒来就有新的&lt;/text&gt;&#10;            &lt;/g&gt;&#10;&#10;            &lt;g&gt;&#10;                &lt;rect x='0' y='190' width='560' height='118' rx='10' fill='#151B33' stroke='#334155' /&gt;&#10;                &lt;text x='24' y='222' fill='#FFFFFF' fontSize='18' fontWeight='bold'&gt;它替你做的，是&quot;理解&quot;和&quot;找得到&quot;&lt;/text&gt;&#10;                &lt;text x='24' y='252' fill='#94A3B8' fontSize='14'&gt;记一条通知原本要：读一遍 → 拆出时间地点 → 手打进日历&lt;/text&gt;&#10;                &lt;text x='24' y='276' fill='#94A3B8' fontSize='14'&gt;现在只需要：粘贴 → 看一眼标黄的地方 → 点确认&lt;/text&gt;&#10;                &lt;text x='24' y='298' fill='#22D3EE' fontSize='14'&gt;472 字班级群消息 → 9 条结构化条目，约 20 秒&lt;/text&gt;&#10;&#10;                &lt;rect x='600' y='190' width='560' height='118' rx='10' fill='#151B33' stroke='#334155' /&gt;&#10;                &lt;text x='624' y='222' fill='#FFFFFF' fontSize='18' fontWeight='bold'&gt;以及&quot;不用再挨个开网站&quot;&lt;/text&gt;&#10;                &lt;text x='624' y='252' fill='#94A3B8' fontSize='14'&gt;学院通知散在 3 个网站 → 加一次网址，之后自动抓&lt;/text&gt;&#10;                &lt;text x='624' y='276' fill='#94A3B8' fontSize='14'&gt;抓来的正文进索引 → 搜&quot;体检&quot;能命中通知正文里的安排&lt;/text&gt;&#10;                &lt;text x='624' y='298' fill='#22D3EE' fontSize='14'&gt;5 个来源 · 75 条 · 60 条有正文（8.3 万字）&lt;/text&gt;&#10;            &lt;/g&gt;&#10;        &lt;/svg&gt;&#10;    &lt;/Box&gt;&#10;&#10;    &lt;Box style={{ marginTop: 10, padding: 16, background: '#151B33', borderRadius: 8, borderLeft: '3px solid #22D3EE' }}&gt;&#10;        &lt;Text style={{ fontSize: 18, color: '#E2E8F0', lineHeight: 1.5 }}&gt;&#10;            &lt;span style={{ fontWeight: 'bold', color: '#22D3EE' }}&gt;设计主线&lt;/span&gt;&#10;            ：每一步都尽量少让你操作一点 —— 能粘贴就不让你填表，能自动抓就不让你去开网页，能按意思搜就不要求你想起原话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一天怎么用：从起床到睡前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0791825" y="80010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01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整体动线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314450"/>
            <a:ext cx="11049000" cy="3143250"/>
          </a:xfrm>
          <a:prstGeom prst="rect">
            <a:avLst/>
          </a:prstGeom>
          <a:ln/>
        </p:spPr>
      </p:pic>
      <p:sp>
        <p:nvSpPr>
          <p:cNvPr id="267" name=""/>
          <p:cNvSpPr/>
          <p:nvPr/>
        </p:nvSpPr>
        <p:spPr>
          <a:xfrm rot="0" flipH="0" flipV="0">
            <a:off x="600075" y="4552950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00075" y="4552950"/>
            <a:ext cx="11049000" cy="619125"/>
          </a:xfrm>
          <a:custGeom>
            <a:pathLst>
              <a:path w="1160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52475" y="4705350"/>
            <a:ext cx="107156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设计主线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：每一步都尽量少让你操作一点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能粘贴就不让你填表，能自动抓就不让你去开网页，能按意思搜就不要求你想起原话。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1" name="" descr="&lt;Slide style={{ background: '#0B1020', padding: 60 }}&gt;&#10;    &lt;Box style={{ flexDirection: 'row', justifyContent: 'space-between', alignItems: 'flex-end' }}&gt;&#10;        &lt;Text style={{ fontSize: 34, fontWeight: 'bold', color: '#FFFFFF' }}&gt;一共就这些功能，按使用顺序排&lt;/Text&gt;&#10;        &lt;Text style={{ fontSize: 14, color: '#64748B' }}&gt;02 / 功能全景&lt;/Text&gt;&#10;    &lt;/Box&gt;&#10;    &lt;Box style={{ width: '100%', height: 1, background: 'rgba(34,211,238,0.4)', marginTop: 14 }} /&gt;&#10;&#10;    &lt;Box style={{ marginTop: 26 }}&gt;&#10;        &lt;svg width={1160} height={430} viewBox='0 0 1160 430' fontFamily='Microsoft YaHei'&gt;&#10;            &lt;g&gt;&#10;                &lt;rect x='0' y='0' width='278' height='126' rx='10' fill='#151B33' stroke='#334155' /&gt;&#10;                &lt;rect x='0' y='0' width='4' height='126' rx='2' fill='#22D3EE' /&gt;&#10;                &lt;text x='24' y='36' fill='#22D3EE' fontSize='20' fontWeight='bold'&gt;①&lt;/text&gt;&#10;                &lt;text x='56' y='37' fill='#FFFFFF' fontSize='19' fontWeight='bold'&gt;今日&lt;/text&gt;&#10;                &lt;text x='24' y='66' fill='#94A3B8' fontSize='14'&gt;打开就知道今天要做什么&lt;/text&gt;&#10;                &lt;text x='24' y='90' fill='#94A3B8' fontSize='14'&gt;日 / 周 / 月视图，看得到截止&lt;/text&gt;&#10;                &lt;text x='24' y='112' fill='#64748B' fontSize='13'&gt;→ 起床第一眼&lt;/text&gt;&#10;&#10;                &lt;rect x='294' y='0' width='278' height='126' rx='10' fill='#151B33' stroke='#334155' /&gt;&#10;                &lt;rect x='294' y='0' width='4' height='126' rx='2' fill='#4F46E5' /&gt;&#10;                &lt;text x='318' y='36' fill='#4F46E5' fontSize='20' fontWeight='bold'&gt;②&lt;/text&gt;&#10;                &lt;text x='350' y='37' fill='#FFFFFF' fontSize='19' fontWeight='bold'&gt;收集箱&lt;/text&gt;&#10;                &lt;text x='318' y='66' fill='#94A3B8' fontSize='14'&gt;想到就扔进去，先存后整理&lt;/text&gt;&#10;                &lt;text x='318' y='90' fill='#94A3B8' fontSize='14'&gt;文字 / 截图 / 文件都收&lt;/text&gt;&#10;                &lt;text x='318' y='112' fill='#64748B' fontSize='13'&gt;→ 记录门槛最低的一处&lt;/text&gt;&#10;&#10;                &lt;rect x='588' y='0' width='278' height='126' rx='10' fill='#151B33' stroke='#334155' /&gt;&#10;                &lt;rect x='588' y='0' width='4' height='126' rx='2' fill='#4F46E5' /&gt;&#10;                &lt;text x='612' y='36' fill='#4F46E5' fontSize='20' fontWeight='bold'&gt;③&lt;/text&gt;&#10;                &lt;text x='644' y='37' fill='#FFFFFF' fontSize='19' fontWeight='bold'&gt;AI 解析 · 草稿箱&lt;/text&gt;&#10;                &lt;text x='612' y='66' fill='#94A3B8' fontSize='14'&gt;一段话 → 多条带时间地点的条目&lt;/text&gt;&#10;                &lt;text x='612' y='90' fill='#94A3B8' fontSize='14'&gt;你确认后才进正式数据&lt;/text&gt;&#10;                &lt;text x='612' y='112' fill='#64748B' fontSize='13'&gt;→ 省掉手打&lt;/text&gt;&#10;&#10;                &lt;rect x='882' y='0' width='278' height='126' rx='10' fill='#151B33' stroke='#334155' /&gt;&#10;                &lt;rect x='882' y='0' width='4' height='126' rx='2' fill='#4F46E5' /&gt;&#10;                &lt;text x='906' y='36' fill='#4F46E5' fontSize='20' fontWeight='bold'&gt;④&lt;/text&gt;&#10;                &lt;text x='938' y='37' fill='#FFFFFF' fontSize='19' fontWeight='bold'&gt;日历&lt;/text&gt;&#10;                &lt;text x='906' y='66' fill='#94A3B8' fontSize='14'&gt;确认后的条目落在时间轴上&lt;/text&gt;&#10;                &lt;text x='906' y='90' fill='#94A3B8' fontSize='14'&gt;桌面到点弹系统通知&lt;/text&gt;&#10;                &lt;text x='906' y='112' fill='#64748B' fontSize='13'&gt;→ 知道什么时候该做&lt;/text&gt;&#10;            &lt;/g&gt;&#10;&#10;            &lt;g&gt;&#10;                &lt;rect x='0' y='146' width='278' height='126' rx='10' fill='#151B33' stroke='#334155' /&gt;&#10;                &lt;rect x='0' y='146' width='4' height='126' rx='2' fill='#22D3EE' /&gt;&#10;                &lt;text x='24' y='182' fill='#22D3EE' fontSize='20' fontWeight='bold'&gt;⑤&lt;/text&gt;&#10;                &lt;text x='56' y='183' fill='#FFFFFF' fontSize='19' fontWeight='bold'&gt;知识库 · 附件&lt;/text&gt;&#10;                &lt;text x='24' y='212' fill='#94A3B8' fontSize='14'&gt;笔记与日程双向链接&lt;/text&gt;&#10;                &lt;text x='24' y='236' fill='#94A3B8' fontSize='14'&gt;PDF/Word/图片正文进索引&lt;/text&gt;&#10;                &lt;text x='24' y='258' fill='#64748B' fontSize='13'&gt;→ 文件里的字也搜得到&lt;/text&gt;&#10;&#10;                &lt;rect x='294' y='146' width='278' height='126' rx='10' fill='#151B33' stroke='#334155' /&gt;&#10;                &lt;rect x='294' y='146' width='4' height='126' rx='2' fill='#22D3EE' /&gt;&#10;                &lt;text x='318' y='182' fill='#22D3EE' fontSize='20' fontWeight='bold'&gt;⑥&lt;/text&gt;&#10;                &lt;text x='350' y='183' fill='#FFFFFF' fontSize='19' fontWeight='bold'&gt;搜索（三种）&lt;/text&gt;&#10;                &lt;text x='318' y='212' fill='#94A3B8' fontSize='14'&gt;全文 / 语义 / 问答&lt;/text&gt;&#10;                &lt;text x='318' y='236' fill='#94A3B8' fontSize='14'&gt;可勾范围，问答带引用&lt;/text&gt;&#10;                &lt;text x='318' y='258' fill='#64748B' fontSize='13'&gt;→ 忘了原话也能找回来&lt;/text&gt;&#10;&#10;                &lt;rect x='588' y='146' width='278' height='126' rx='10' fill='#151B33' stroke='#334155' /&gt;&#10;                &lt;rect x='588' y='146' width='4' height='126' rx='2' fill='#F0ABFC' /&gt;&#10;                &lt;text x='612' y='182' fill='#F0ABFC' fontSize='20' fontWeight='bold'&gt;⑦&lt;/text&gt;&#10;                &lt;text x='644' y='183' fill='#FFFFFF' fontSize='19' fontWeight='bold'&gt;信息流&lt;/text&gt;&#10;                &lt;text x='612' y='212' fill='#94A3B8' fontSize='14'&gt;给个网址就自动订阅并抓正文&lt;/text&gt;&#10;                &lt;text x='612' y='236' fill='#94A3B8' fontSize='14'&gt;点标题出 AI 摘要 / 显示原文&lt;/text&gt;&#10;                &lt;text x='612' y='258' fill='#64748B' fontSize='13'&gt;→ 不用挨个开网站&lt;/text&gt;&#10;&#10;                &lt;rect x='882' y='146' width='278' height='126' rx='10' fill='#151B33' stroke='#334155' /&gt;&#10;                &lt;rect x='882' y='146' width='4' height='126' rx='2' fill='#F0ABFC' /&gt;&#10;                &lt;text x='906' y='182' fill='#F0ABFC' fontSize='20' fontWeight='bold'&gt;⑧&lt;/text&gt;&#10;                &lt;text x='938' y='183' fill='#FFFFFF' fontSize='19' fontWeight='bold'&gt;数据 · 多端 · 提醒&lt;/text&gt;&#10;                &lt;text x='906' y='212' fill='#94A3B8' fontSize='14'&gt;一键导出 / 备份 / 同步&lt;/text&gt;&#10;                &lt;text x='906' y='236' fill='#94A3B8' fontSize='14'&gt;托盘 · 悬浮窗 · 快捷键&lt;/text&gt;&#10;                &lt;text x='906' y='258' fill='#64748B' fontSize='13'&gt;→ 换设备、随手记&lt;/text&gt;&#10;            &lt;/g&gt;&#10;&#10;            &lt;g&gt;&#10;                &lt;rect x='0' y='300' width='1160' height='110' rx='10' fill='#151B33' stroke='#334155' /&gt;&#10;                &lt;text x='28' y='334' fill='#FFFFFF' fontSize='18' fontWeight='bold'&gt;贯穿全程的三件事&lt;/text&gt;&#10;                &lt;text x='28' y='362' fill='#94A3B8' fontSize='14'&gt;· AI 只写草稿&lt;/text&gt;&#10;                &lt;text x='28' y='386' fill='#64748B' fontSize='13'&gt;— 任何解析结果都必须你点确认才写入正式数据&lt;/text&gt;&#10;                &lt;text x='400' y='362' fill='#94A3B8' fontSize='14'&gt;· 数据在你自己设备上&lt;/text&gt;&#10;                &lt;text x='400' y='386' fill='#64748B' fontSize='13'&gt;— 没有账号、没有服务器，一键导出就是你的文件&lt;/text&gt;&#10;                &lt;text x='790' y='362' fill='#94A3B8' fontSize='14'&gt;· 断网也能用&lt;/text&gt;&#10;                &lt;text x='790' y='386' fill='#64748B' fontSize='13'&gt;— AI 与同步是开关，关掉只剩本地功能，一样完整&lt;/text&gt;&#10;            &lt;/g&gt;&#10;        &lt;/svg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一共就这些功能，按使用顺序排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0791825" y="800100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02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功能全景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pic>
        <p:nvPicPr>
          <p:cNvPr id="2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352550"/>
            <a:ext cx="11049000" cy="4095750"/>
          </a:xfrm>
          <a:prstGeom prst="rect">
            <a:avLst/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78" name="" descr="&lt;Slide style={{ background: '#0B1020', padding: 60 }}&gt;&#13;&#10;    &lt;Box style={{ flexDirection: 'row', justifyContent: 'space-between', alignItems: 'flex-end' }}&gt;&#13;&#10;        &lt;Text style={{ fontSize: 34, fontWeight: 'bold', color: '#FFFFFF' }}&gt;① 今日与日历：打开就知道今天要做什么&lt;/Text&gt;&#13;&#10;        &lt;Text style={{ fontSize: 14, color: '#64748B' }}&gt;03 / 功能 1&lt;/Text&gt;&#13;&#10;    &lt;/Box&gt;&#13;&#10;    &lt;Box style={{ width: '100%', height: 1, background: 'rgba(34,211,238,0.4)', marginTop: 14 }} /&gt;&#13;&#10;&#13;&#10;    &lt;Box style={{ flexDirection: 'row', gap: 16, marginTop: 22 }}&gt;&#13;&#10;        &lt;Image src=&quot;assets/today.png&quot; style={{ width: 572, height: 330, objectFit: 'cover', borderRadius: 8, border: '1px solid #334155' }} /&gt;&#13;&#10;        &lt;Image src=&quot;assets/calendar-month.png&quot; style={{ width: 572, height: 330, objectFit: 'cover', borderRadius: 8, border: '1px solid #334155' }} /&gt;&#13;&#10;    &lt;/Box&gt;&#13;&#10;&#13;&#10;    &lt;Box style={{ flexDirection: 'row', gap: 13, marginTop: 18 }}&gt;&#13;&#10;        &lt;Box style={{ width: 278, padding: 14, background: '#151B33', borderRadius: 8, borderLeft: '3px solid #22D3EE' }}&gt;&#13;&#10;            &lt;Text style={{ fontSize: 17, fontWeight: 'bold', color: '#FFFFFF' }}&gt;打开就是今天&lt;/Text&gt;&#13;&#10;            &lt;Text style={{ fontSize: 14, color: '#94A3B8', lineHeight: 1.5, marginTop: 8 }}&gt;待办、课程、截止按时间排好，逾期的会单独标出来&lt;/Text&gt;&#13;&#10;        &lt;/Box&gt;&#13;&#10;        &lt;Box style={{ width: 278, padding: 14, background: '#151B33', borderRadius: 8, borderLeft: '3px solid #22D3EE' }}&gt;&#13;&#10;            &lt;Text style={{ fontSize: 17, fontWeight: 'bold', color: '#FFFFFF' }}&gt;日 / 周 / 月视图&lt;/Text&gt;&#13;&#10;            &lt;Text style={{ fontSize: 14, color: '#94A3B8', lineHeight: 1.5, marginTop: 8 }}&gt;周视图看这周节奏，月视图看考试和截止分布&lt;/Text&gt;&#13;&#10;        &lt;/Box&gt;&#13;&#10;        &lt;Box style={{ width: 278, padding: 14, background: '#151B33', borderRadius: 8, borderLeft: '3px solid #22D3EE' }}&gt;&#13;&#10;            &lt;Text style={{ fontSize: 17, fontWeight: 'bold', color: '#FFFFFF' }}&gt;点开能改也能连&lt;/Text&gt;&#13;&#10;            &lt;Text style={{ fontSize: 14, color: '#94A3B8', lineHeight: 1.5, marginTop: 8 }}&gt;看原始通知、跳关联笔记、改状态，改完立刻回到日历&lt;/Text&gt;&#13;&#10;        &lt;/Box&gt;&#13;&#10;        &lt;Box style={{ width: 278, padding: 14, background: '#151B33', borderRadius: 8, borderLeft: '3px solid #22D3EE' }}&gt;&#13;&#10;            &lt;Text style={{ fontSize: 17, fontWeight: 'bold', color: '#FFFFFF' }}&gt;到点会提醒你&lt;/Text&gt;&#13;&#10;            &lt;Text style={{ fontSize: 14, color: '#94A3B8', lineHeight: 1.5, marginTop: 8 }}&gt;桌面版弹系统通知、托盘常驻 —— 不用一直盯着看&lt;/Text&gt;&#13;&#10;        &lt;/Box&gt;&#13;&#10;    &lt;/Box&gt;&#13;&#10;&#13;&#10;    &lt;Box style={{ marginTop: 16, padding: 16, background: '#151B33', borderRadius: 8, borderLeft: '3px solid #4F46E5' }}&gt;&#13;&#10;        &lt;Text style={{ fontSize: 18, color: '#E2E8F0', lineHeight: 1.5 }}&gt;&#13;&#10;            &lt;span style={{ fontWeight: 'bold', color: '#22D3EE' }}&gt;方便在哪&lt;/span&gt;&#13;&#10;            ：以前要在&quot;群消息 / 日历 / 笔记&quot;三个地方来回对，现在所有日期相关的东西都在一条时间轴上 —— 而且它们都是自动来的，不是你手打的。&#13;&#10;        &lt;/Text&gt;&#13;&#10;    &lt;/Box&gt;&#13;&#10;&#13;&#10;    &lt;Text style={{ fontSize: 14, color: '#64748B', position: 'absolute', left: 60, top: 670 }}&gt;个人工作台 · v0.2.0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93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今日与日历：打开就知道今天要做什么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03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571500" y="1314450"/>
            <a:ext cx="5448300" cy="31432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284" name=""/>
          <p:cNvPicPr>
            <a:picLocks noChangeAspect="1"/>
          </p:cNvPicPr>
          <p:nvPr/>
        </p:nvPicPr>
        <p:blipFill>
          <a:blip r:embed="rId1"/>
          <a:srcRect l="161" t="0" r="161" b="0"/>
          <a:stretch>
            <a:fillRect/>
          </a:stretch>
        </p:blipFill>
        <p:spPr>
          <a:xfrm rot="0" flipH="0" flipV="0">
            <a:off x="571500" y="1314450"/>
            <a:ext cx="5448300" cy="3143250"/>
          </a:xfrm>
          <a:prstGeom prst="roundRect">
            <a:avLst>
              <a:gd name="adj" fmla="val 2424"/>
            </a:avLst>
          </a:prstGeom>
          <a:ln/>
        </p:spPr>
      </p:pic>
      <p:sp>
        <p:nvSpPr>
          <p:cNvPr id="285" name=""/>
          <p:cNvSpPr/>
          <p:nvPr/>
        </p:nvSpPr>
        <p:spPr>
          <a:xfrm rot="0" flipH="0" flipV="0">
            <a:off x="6172200" y="1314450"/>
            <a:ext cx="5448300" cy="31432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 r:embed="rId2"/>
          <a:srcRect l="113" t="0" r="113" b="0"/>
          <a:stretch>
            <a:fillRect/>
          </a:stretch>
        </p:blipFill>
        <p:spPr>
          <a:xfrm rot="0" flipH="0" flipV="0">
            <a:off x="6172200" y="1314450"/>
            <a:ext cx="5448300" cy="3143250"/>
          </a:xfrm>
          <a:prstGeom prst="roundRect">
            <a:avLst>
              <a:gd name="adj" fmla="val 2424"/>
            </a:avLst>
          </a:prstGeom>
          <a:ln/>
        </p:spPr>
      </p:pic>
      <p:sp>
        <p:nvSpPr>
          <p:cNvPr id="287" name=""/>
          <p:cNvSpPr/>
          <p:nvPr/>
        </p:nvSpPr>
        <p:spPr>
          <a:xfrm rot="0" flipH="0" flipV="0">
            <a:off x="600075" y="4629150"/>
            <a:ext cx="261937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0075" y="4629150"/>
            <a:ext cx="2619375" cy="1028700"/>
          </a:xfrm>
          <a:custGeom>
            <a:pathLst>
              <a:path w="275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33425" y="476250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打开就是今天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33425" y="5038725"/>
            <a:ext cx="23526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待办、课程、截止按时间排好，逾期的会单独标出来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3371850" y="4629150"/>
            <a:ext cx="261937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3371850" y="4629150"/>
            <a:ext cx="2619375" cy="1028700"/>
          </a:xfrm>
          <a:custGeom>
            <a:pathLst>
              <a:path w="275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3505200" y="476250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日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周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月视图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3505200" y="5038725"/>
            <a:ext cx="23526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周视图看这周节奏，月视图看考试和截止分布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143625" y="4629150"/>
            <a:ext cx="261937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6143625" y="4629150"/>
            <a:ext cx="2619375" cy="1028700"/>
          </a:xfrm>
          <a:custGeom>
            <a:pathLst>
              <a:path w="275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276975" y="476250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点开能改也能连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276975" y="5038725"/>
            <a:ext cx="23526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看原始通知、跳关联笔记、改状态，改完立刻回到日历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8915400" y="4629150"/>
            <a:ext cx="261937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8915400" y="4629150"/>
            <a:ext cx="2619375" cy="1028700"/>
          </a:xfrm>
          <a:custGeom>
            <a:pathLst>
              <a:path w="275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9048750" y="476250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到点会提醒你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048750" y="5038725"/>
            <a:ext cx="23526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桌面版弹系统通知、托盘常驻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不用一直盯着看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00075" y="581025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600075" y="581025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52475" y="596265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：以前要在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群消息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日历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笔记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三个地方来回对，现在所有日期相关的东西都在一条时间轴上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而且它们都是自动来的，不是你手打的。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07" name="" descr="&lt;Slide style={{ background: '#0B1020', padding: 60 }}&gt;&#13;&#10;    &lt;Box style={{ flexDirection: 'row', justifyContent: 'space-between', alignItems: 'flex-end' }}&gt;&#13;&#10;        &lt;Text style={{ fontSize: 34, fontWeight: 'bold', color: '#FFFFFF' }}&gt;② 收集箱：想到就扔进去，先记后整理&lt;/Text&gt;&#13;&#10;        &lt;Text style={{ fontSize: 14, color: '#64748B' }}&gt;04 / 功能 2&lt;/Text&gt;&#13;&#10;    &lt;/Box&gt;&#13;&#10;    &lt;Box style={{ width: '100%', height: 1, background: 'rgba(34,211,238,0.4)', marginTop: 14 }} /&gt;&#13;&#10;&#13;&#10;    &lt;Box style={{ flexDirection: 'row', gap: 22, marginTop: 22 }}&gt;&#13;&#10;        &lt;Image src=&quot;assets/inbox-input.png&quot; style={{ width: 660, height: 372, objectFit: 'cover', borderRadius: 8, border: '1px solid #334155' }} /&gt;&#13;&#10;&#13;&#10;        &lt;Box style={{ width: 438, gap: 14 }}&gt;&#13;&#10;            &lt;Box style={{ padding: 14, background: '#151B33', borderRadius: 8, borderLeft: '3px solid #4F46E5' }}&gt;&#13;&#10;                &lt;Text style={{ fontSize: 18, fontWeight: 'bold', color: '#FFFFFF' }}&gt;怎么用：粘贴一下就完事&lt;/Text&gt;&#13;&#10;                &lt;Text style={{ fontSize: 14, color: '#94A3B8', lineHeight: 1.6, marginTop: 8 }}&gt;复制群消息 / 通知 / 自己的想法，粘进输入框回车。不用先想好分类、不用填表、不用管日期格式。&lt;/Text&gt;&#13;&#10;            &lt;/Box&gt;&#13;&#10;            &lt;Box style={{ padding: 14, background: '#151B33', borderRadius: 8, borderLeft: '3px solid #4F46E5' }}&gt;&#13;&#10;                &lt;Text style={{ fontSize: 18, fontWeight: 'bold', color: '#FFFFFF' }}&gt;截图和文件也能扔进去&lt;/Text&gt;&#13;&#10;                &lt;Text style={{ fontSize: 14, color: '#94A3B8', lineHeight: 1.6, marginTop: 8 }}&gt;图片可以走本地 OCR（离线）或交给 AI 识别；PDF / Word 的正文会被抽出来一起进索引。&lt;/Text&gt;&#13;&#10;            &lt;/Box&gt;&#13;&#10;            &lt;Box style={{ padding: 14, background: '#151B33', borderRadius: 8, borderLeft: '3px solid #4F46E5' }}&gt;&#13;&#10;                &lt;Text style={{ fontSize: 18, fontWeight: 'bold', color: '#FFFFFF' }}&gt;先存下来，之后再决定&lt;/Text&gt;&#13;&#10;                &lt;Text style={{ fontSize: 14, color: '#94A3B8', lineHeight: 1.6, marginTop: 8 }}&gt;它现在该是日程还是笔记？不急 —— 解析之后再看，不合适就丢进草稿箱改。&lt;/Text&gt;&#13;&#10;            &lt;/Box&gt;&#13;&#10;            &lt;Box style={{ padding: 14, background: '#151B33', borderRadius: 8, borderLeft: '3px solid #4F46E5' }}&gt;&#13;&#10;                &lt;Text style={{ fontSize: 18, fontWeight: 'bold', color: '#FFFFFF' }}&gt;随手就能唤起&lt;/Text&gt;&#13;&#10;                &lt;Text style={{ fontSize: 14, color: '#94A3B8', lineHeight: 1.6, marginTop: 8 }}&gt;桌面版全局快捷键 + 悬浮小窗，手机和网页版打开就记。断网照记，本地先存好。&lt;/Text&gt;&#13;&#10;            &lt;/Box&gt;&#13;&#10;        &lt;/Box&gt;&#13;&#10;    &lt;/Box&gt;&#13;&#10;&#13;&#10;    &lt;Box style={{ marginTop: 14, padding: 16, background: '#151B33', borderRadius: 8, borderLeft: '3px solid #22D3EE' }}&gt;&#13;&#10;        &lt;Text style={{ fontSize: 18, color: '#E2E8F0', lineHeight: 1.5 }}&gt;&#13;&#10;            &lt;span style={{ fontWeight: 'bold', color: '#22D3EE' }}&gt;方便在哪&lt;/span&gt;&#13;&#10;            ：记东西的门槛从&quot;打开日历 → 选日期 → 填标题 → 填地点&quot;降到了&quot;粘贴一下&quot;。先别整理，先把脑子腾空 —— 整理这件事交给下一步的 AI。&#13;&#10;        &lt;/Text&gt;&#13;&#10;    &lt;/Box&gt;&#13;&#10;&#13;&#10;    &lt;Text style={{ fontSize: 14, color: '#64748B', position: 'absolute', left: 60, top: 670 }}&gt;个人工作台 · v0.2.0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610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收集箱：想到就扔进去，先记后整理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04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571500" y="1314450"/>
            <a:ext cx="6286500" cy="35433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13" name=""/>
          <p:cNvPicPr>
            <a:picLocks noChangeAspect="1"/>
          </p:cNvPicPr>
          <p:nvPr/>
        </p:nvPicPr>
        <p:blipFill>
          <a:blip r:embed="rId1"/>
          <a:srcRect l="0" t="9316" r="0" b="9316"/>
          <a:stretch>
            <a:fillRect/>
          </a:stretch>
        </p:blipFill>
        <p:spPr>
          <a:xfrm rot="0" flipH="0" flipV="0">
            <a:off x="571500" y="1314450"/>
            <a:ext cx="6286500" cy="3543300"/>
          </a:xfrm>
          <a:prstGeom prst="roundRect">
            <a:avLst>
              <a:gd name="adj" fmla="val 2151"/>
            </a:avLst>
          </a:prstGeom>
          <a:ln/>
        </p:spPr>
      </p:pic>
      <p:sp>
        <p:nvSpPr>
          <p:cNvPr id="314" name=""/>
          <p:cNvSpPr/>
          <p:nvPr/>
        </p:nvSpPr>
        <p:spPr>
          <a:xfrm rot="0" flipH="0" flipV="0">
            <a:off x="7096125" y="131445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7096125" y="131445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229475" y="14478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怎么用：粘贴一下就完事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229475" y="173355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复制群消息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通知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自己的想法，粘进输入框回车。不用先想好分类、不用填表、不用管日期格式。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7096125" y="251460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7096125" y="251460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229475" y="264795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截图和文件也能扔进去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229475" y="293370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图片可以走本地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OCR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（离线）或交给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识别；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PDF / Word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的正文会被抽出来一起进索引。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7096125" y="371475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7096125" y="371475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229475" y="38481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先存下来，之后再决定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229475" y="413385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它现在该是日程还是笔记？不急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解析之后再看，不合适就丢进草稿箱改。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7096125" y="491490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7096125" y="491490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229475" y="504825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随手就能唤起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229475" y="533400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桌面版全局快捷键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悬浮小窗，手机和网页版打开就记。断网照记，本地先存好。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0075" y="611505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600075" y="611505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52475" y="626745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：记东西的门槛从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打开日历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选日期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填标题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填地点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降到了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粘贴一下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。先别整理，先把脑子腾空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整理这件事交给下一步的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34" name="" descr="&lt;Slide style={{ background: '#0B1020', padding: 60 }}&gt;&#10;    &lt;Box style={{ flexDirection: 'row', justifyContent: 'space-between', alignItems: 'flex-end' }}&gt;&#10;        &lt;Text style={{ fontSize: 34, fontWeight: 'bold', color: '#FFFFFF' }}&gt;③ AI 解析与草稿箱：AI 只写草稿，你点头才算数&lt;/Text&gt;&#10;        &lt;Text style={{ fontSize: 14, color: '#64748B' }}&gt;05 / 功能 3&lt;/Text&gt;&#10;    &lt;/Box&gt;&#10;    &lt;Box style={{ width: '100%', height: 1, background: 'rgba(34,211,238,0.4)', marginTop: 14 }} /&gt;&#10;&#10;    &lt;Box style={{ flexDirection: 'row', gap: 16, marginTop: 22 }}&gt;&#10;        &lt;Image src=&quot;assets/inbox-item.png&quot; style={{ width: 572, height: 300, objectFit: 'cover', borderRadius: 8, border: '1px solid #334155' }} /&gt;&#10;        &lt;Image src=&quot;assets/drafts.png&quot; style={{ width: 572, height: 300, objectFit: 'cover', borderRadius: 8, border: '1px solid #334155' }} /&gt;&#10;    &lt;/Box&gt;&#10;&#10;    &lt;Box style={{ flexDirection: 'row', gap: 14, marginTop: 18 }}&gt;&#10;        &lt;Box style={{ width: 372, padding: 14, background: '#151B33', borderRadius: 8, borderLeft: '3px solid #4F46E5' }}&gt;&#10;            &lt;Text style={{ fontSize: 17, fontWeight: 'bold', color: '#FFFFFF' }}&gt;一段话 → 多条结构化条目&lt;/Text&gt;&#10;            &lt;Text style={{ fontSize: 14, color: '#94A3B8', lineHeight: 1.5, marginTop: 8 }}&gt;472 字班级群消息拆出 9 条，每条带类型、开始/截止、地点、优先级、标签&lt;/Text&gt;&#10;        &lt;/Box&gt;&#10;        &lt;Box style={{ width: 372, padding: 14, background: '#151B33', borderRadius: 8, borderLeft: '3px solid #F0ABFC' }}&gt;&#10;            &lt;Text style={{ fontSize: 17, fontWeight: 'bold', color: '#FFFFFF' }}&gt;没把握的字段会标黄&lt;/Text&gt;&#10;            &lt;Text style={{ fontSize: 14, color: '#94A3B8', lineHeight: 1.5, marginTop: 8 }}&gt;模型自己会给置信度，低的地方标黄 —— 你只要重点看这几处，不用通读&lt;/Text&gt;&#10;        &lt;/Box&gt;&#10;        &lt;Box style={{ width: 372, padding: 14, background: '#151B33', borderRadius: 8, borderLeft: '3px solid #22D3EE' }}&gt;&#10;            &lt;Text style={{ fontSize: 17, fontWeight: 'bold', color: '#FFFFFF' }}&gt;左边原文、右边字段，对照着改&lt;/Text&gt;&#10;            &lt;Text style={{ fontSize: 14, color: '#94A3B8', lineHeight: 1.5, marginTop: 8 }}&gt;三个按钮：丢弃 / 保存修改 / 确认并加入 —— 不确认就不会进正式数据&lt;/Text&gt;&#10;        &lt;/Box&gt;&#10;    &lt;/Box&gt;&#10;&#10;    &lt;Box style={{ marginTop: 16, padding: 16, background: '#151B33', borderRadius: 8, borderLeft: '3px solid #22D3EE' }}&gt;&#10;        &lt;Text style={{ fontSize: 18, color: '#E2E8F0', lineHeight: 1.5 }}&gt;&#10;            &lt;span style={{ fontWeight: 'bold', color: '#22D3EE' }}&gt;方便在哪&lt;/span&gt;&#10;            ：手打这 9 条要逐条填时间地点、大约 5 分钟，还容易漏掉&quot;面试要带简历&quot;这种藏在段落中间的截止点。现在：粘贴 → 看标黄的几处 → 点确认，约 20 秒。没有 Key 也能用，本地规则照样能拆出时间与优先级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7153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③ AI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解析与草稿箱：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只写草稿，你点头才算数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05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571500" y="1314450"/>
            <a:ext cx="5448300" cy="28575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40" name=""/>
          <p:cNvPicPr>
            <a:picLocks noChangeAspect="1"/>
          </p:cNvPicPr>
          <p:nvPr/>
        </p:nvPicPr>
        <p:blipFill>
          <a:blip r:embed="rId1"/>
          <a:srcRect l="0" t="10548" r="0" b="10548"/>
          <a:stretch>
            <a:fillRect/>
          </a:stretch>
        </p:blipFill>
        <p:spPr>
          <a:xfrm rot="0" flipH="0" flipV="0">
            <a:off x="571500" y="1314450"/>
            <a:ext cx="54483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341" name=""/>
          <p:cNvSpPr/>
          <p:nvPr/>
        </p:nvSpPr>
        <p:spPr>
          <a:xfrm rot="0" flipH="0" flipV="0">
            <a:off x="6172200" y="1314450"/>
            <a:ext cx="5448300" cy="28575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42" name=""/>
          <p:cNvPicPr>
            <a:picLocks noChangeAspect="1"/>
          </p:cNvPicPr>
          <p:nvPr/>
        </p:nvPicPr>
        <p:blipFill>
          <a:blip r:embed="rId2"/>
          <a:srcRect l="0" t="4460" r="0" b="4460"/>
          <a:stretch>
            <a:fillRect/>
          </a:stretch>
        </p:blipFill>
        <p:spPr>
          <a:xfrm rot="0" flipH="0" flipV="0">
            <a:off x="6172200" y="1314450"/>
            <a:ext cx="54483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343" name=""/>
          <p:cNvSpPr/>
          <p:nvPr/>
        </p:nvSpPr>
        <p:spPr>
          <a:xfrm rot="0" flipH="0" flipV="0">
            <a:off x="600075" y="4343400"/>
            <a:ext cx="351472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600075" y="4343400"/>
            <a:ext cx="3514725" cy="1028700"/>
          </a:xfrm>
          <a:custGeom>
            <a:pathLst>
              <a:path w="369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33425" y="4476750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一段话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多条结构化条目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33425" y="4752975"/>
            <a:ext cx="32480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472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字班级群消息拆出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条，每条带类型、开始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截止、地点、优先级、标签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4276725" y="4343400"/>
            <a:ext cx="351472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4276725" y="4343400"/>
            <a:ext cx="3514725" cy="1028700"/>
          </a:xfrm>
          <a:custGeom>
            <a:pathLst>
              <a:path w="369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410075" y="4476750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没把握的字段会标黄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410075" y="4752975"/>
            <a:ext cx="32480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模型自己会给置信度，低的地方标黄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你只要重点看这几处，不用通读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7953375" y="4343400"/>
            <a:ext cx="3514725" cy="1028700"/>
          </a:xfrm>
          <a:prstGeom prst="roundRect">
            <a:avLst>
              <a:gd name="adj" fmla="val 740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7953375" y="4343400"/>
            <a:ext cx="3514725" cy="1028700"/>
          </a:xfrm>
          <a:custGeom>
            <a:pathLst>
              <a:path w="369" h="108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3"/>
                </a:lnTo>
                <a:cubicBezTo>
                  <a:pt x="3" y="105"/>
                  <a:pt x="5" y="107"/>
                  <a:pt x="7" y="108"/>
                </a:cubicBezTo>
                <a:cubicBezTo>
                  <a:pt x="3" y="107"/>
                  <a:pt x="0" y="104"/>
                  <a:pt x="0" y="10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086725" y="4476750"/>
            <a:ext cx="3248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左边原文、右边字段，对照着改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086725" y="4752975"/>
            <a:ext cx="32480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三个按钮：丢弃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保存修改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确认并加入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不确认就不会进正式数据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0075" y="552450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600075" y="552450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52475" y="567690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：手打这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9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条要逐条填时间地点、大约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分钟，还容易漏掉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面试要带简历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这种藏在段落中间的截止点。现在：粘贴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看标黄的几处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点确认，约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秒。没有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也能用，本地规则照样能拆出时间与优先级。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59" name="" descr="&lt;Slide style={{ background: '#0B1020', padding: 60 }}&gt;&#10;    &lt;Box style={{ flexDirection: 'row', justifyContent: 'space-between', alignItems: 'flex-end' }}&gt;&#10;        &lt;Text style={{ fontSize: 34, fontWeight: 'bold', color: '#FFFFFF' }}&gt;④ 知识库与附件：文件里的字也搜得到&lt;/Text&gt;&#10;        &lt;Text style={{ fontSize: 14, color: '#64748B' }}&gt;06 / 功能 4&lt;/Text&gt;&#10;    &lt;/Box&gt;&#10;    &lt;Box style={{ width: '100%', height: 1, background: 'rgba(34,211,238,0.4)', marginTop: 14 }} /&gt;&#10;&#10;    &lt;Box style={{ flexDirection: 'row', gap: 22, marginTop: 22 }}&gt;&#10;        &lt;Box style={{ width: 700 }}&gt;&#10;            &lt;Image src=&quot;assets/graph.png&quot; style={{ width: 700, height: 300, objectFit: 'cover', borderRadius: 8, border: '1px solid #334155' }} /&gt;&#10;            &lt;Image src=&quot;assets/settings-ocr.png&quot; style={{ width: 700, height: 120, objectFit: 'cover', objectPosition: 'top', borderRadius: 8, border: '1px solid #334155', marginTop: 14 }} /&gt;&#10;        &lt;/Box&gt;&#10;&#10;        &lt;Box style={{ width: 438, gap: 14 }}&gt;&#10;            &lt;Box style={{ padding: 14, background: '#151B33', borderRadius: 8, borderLeft: '3px solid #22D3EE' }}&gt;&#10;                &lt;Text style={{ fontSize: 18, fontWeight: 'bold', color: '#FFFFFF' }}&gt;笔记与日程双向链接&lt;/Text&gt;&#10;                &lt;Text style={{ fontSize: 14, color: '#94A3B8', lineHeight: 1.6, marginTop: 8 }}&gt;笔记里能引用条目，条目详情里能跳回相关笔记 —— 不用在两套系统里各存一份。&lt;/Text&gt;&#10;            &lt;/Box&gt;&#10;            &lt;Box style={{ padding: 14, background: '#151B33', borderRadius: 8, borderLeft: '3px solid #22D3EE' }}&gt;&#10;                &lt;Text style={{ fontSize: 18, fontWeight: 'bold', color: '#FFFFFF' }}&gt;附件正文进索引&lt;/Text&gt;&#10;                &lt;Text style={{ fontSize: 14, color: '#94A3B8', lineHeight: 1.6, marginTop: 8 }}&gt;PDF / Word 抽出文字一并索引；截图和照片走本地 OCR（离线），也可以选云端视觉模型。&lt;/Text&gt;&#10;            &lt;/Box&gt;&#10;            &lt;Box style={{ padding: 14, background: '#151B33', borderRadius: 8, borderLeft: '3px solid #22D3EE' }}&gt;&#10;                &lt;Text style={{ fontSize: 18, fontWeight: 'bold', color: '#FFFFFF' }}&gt;图谱看关联&lt;/Text&gt;&#10;                &lt;Text style={{ fontSize: 14, color: '#94A3B8', lineHeight: 1.6, marginTop: 8 }}&gt;哪条笔记连着哪些日程、哪些课程，一张图看清楚，点节点就跳过去。&lt;/Text&gt;&#10;            &lt;/Box&gt;&#10;            &lt;Box style={{ padding: 14, background: '#151B33', borderRadius: 8, borderLeft: '3px solid #22D3EE' }}&gt;&#10;                &lt;Text style={{ fontSize: 18, fontWeight: 'bold', color: '#FFFFFF' }}&gt;按课程 / 标签归类&lt;/Text&gt;&#10;                &lt;Text style={{ fontSize: 14, color: '#94A3B8', lineHeight: 1.6, marginTop: 8 }}&gt;同一门课的笔记、作业、考试自动聚在一起，复习时不用到处翻。&lt;/Text&gt;&#10;            &lt;/Box&gt;&#10;        &lt;/Box&gt;&#10;    &lt;/Box&gt;&#10;&#10;    &lt;Box style={{ marginTop: 12, padding: 16, background: '#151B33', borderRadius: 8, borderLeft: '3px solid #4F46E5' }}&gt;&#10;        &lt;Text style={{ fontSize: 18, color: '#E2E8F0', lineHeight: 1.5 }}&gt;&#10;            &lt;span style={{ fontWeight: 'bold', color: '#22D3EE' }}&gt;方便在哪&lt;/span&gt;&#10;            ：以前找资料只能靠文件名回忆 —— &quot;那份实验报告里好像提过这个参数&quot;。现在直接搜那个词，命中的是 PDF 里的那一段话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610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知识库与附件：文件里的字也搜得到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06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4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571500" y="1314450"/>
            <a:ext cx="6667500" cy="28575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65" name=""/>
          <p:cNvPicPr>
            <a:picLocks noChangeAspect="1"/>
          </p:cNvPicPr>
          <p:nvPr/>
        </p:nvPicPr>
        <p:blipFill>
          <a:blip r:embed="rId1"/>
          <a:srcRect l="0" t="15714" r="0" b="15714"/>
          <a:stretch>
            <a:fillRect/>
          </a:stretch>
        </p:blipFill>
        <p:spPr>
          <a:xfrm rot="0" flipH="0" flipV="0">
            <a:off x="571500" y="1314450"/>
            <a:ext cx="66675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366" name=""/>
          <p:cNvSpPr/>
          <p:nvPr/>
        </p:nvSpPr>
        <p:spPr>
          <a:xfrm rot="0" flipH="0" flipV="0">
            <a:off x="571500" y="4305300"/>
            <a:ext cx="6667500" cy="11430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67" name=""/>
          <p:cNvPicPr>
            <a:picLocks noChangeAspect="1"/>
          </p:cNvPicPr>
          <p:nvPr/>
        </p:nvPicPr>
        <p:blipFill>
          <a:blip r:embed="rId2"/>
          <a:srcRect l="0" t="37847" r="0" b="37847"/>
          <a:stretch>
            <a:fillRect/>
          </a:stretch>
        </p:blipFill>
        <p:spPr>
          <a:xfrm rot="0" flipH="0" flipV="0">
            <a:off x="571500" y="4305300"/>
            <a:ext cx="6667500" cy="1143000"/>
          </a:xfrm>
          <a:prstGeom prst="roundRect">
            <a:avLst>
              <a:gd name="adj" fmla="val 6667"/>
            </a:avLst>
          </a:prstGeom>
          <a:ln/>
        </p:spPr>
      </p:pic>
      <p:sp>
        <p:nvSpPr>
          <p:cNvPr id="368" name=""/>
          <p:cNvSpPr/>
          <p:nvPr/>
        </p:nvSpPr>
        <p:spPr>
          <a:xfrm rot="0" flipH="0" flipV="0">
            <a:off x="7477125" y="131445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69" name=""/>
          <p:cNvSpPr/>
          <p:nvPr/>
        </p:nvSpPr>
        <p:spPr>
          <a:xfrm rot="0" flipH="0" flipV="0">
            <a:off x="7477125" y="131445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610475" y="14478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笔记与日程双向链接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610475" y="173355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笔记里能引用条目，条目详情里能跳回相关笔记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不用在两套系统里各存一份。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7477125" y="251460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7477125" y="251460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610475" y="264795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附件正文进索引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610475" y="293370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PDF / Word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抽出文字一并索引；截图和照片走本地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OCR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（离线），也可以选云端视觉模型。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7477125" y="371475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7477125" y="371475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610475" y="38481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图谱看关联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610475" y="413385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哪条笔记连着哪些日程、哪些课程，一张图看清楚，点节点就跳过去。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7477125" y="4914900"/>
            <a:ext cx="4171950" cy="809625"/>
          </a:xfrm>
          <a:prstGeom prst="roundRect">
            <a:avLst>
              <a:gd name="adj" fmla="val 9412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7477125" y="4914900"/>
            <a:ext cx="4171950" cy="809625"/>
          </a:xfrm>
          <a:custGeom>
            <a:pathLst>
              <a:path w="438" h="8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0"/>
                </a:lnTo>
                <a:cubicBezTo>
                  <a:pt x="3" y="82"/>
                  <a:pt x="5" y="84"/>
                  <a:pt x="7" y="85"/>
                </a:cubicBezTo>
                <a:cubicBezTo>
                  <a:pt x="3" y="84"/>
                  <a:pt x="0" y="81"/>
                  <a:pt x="0" y="7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610475" y="504825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按课程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标签归类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7610475" y="5334000"/>
            <a:ext cx="3876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同一门课的笔记、作业、考试自动聚在一起，复习时不用到处翻。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00075" y="5838825"/>
            <a:ext cx="11049000" cy="619125"/>
          </a:xfrm>
          <a:prstGeom prst="roundRect">
            <a:avLst>
              <a:gd name="adj" fmla="val 12308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0075" y="5838825"/>
            <a:ext cx="11049000" cy="619125"/>
          </a:xfrm>
          <a:custGeom>
            <a:pathLst>
              <a:path w="1160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52475" y="5991225"/>
            <a:ext cx="107156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：以前找资料只能靠文件名回忆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那份实验报告里好像提过这个参数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。现在直接搜那个词，命中的是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PDF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里的那一段话。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8" name="" descr="&lt;Slide style={{ background: '#0B1020', padding: 60 }}&gt;&#10;    &lt;Box style={{ flexDirection: 'row', justifyContent: 'space-between', alignItems: 'flex-end' }}&gt;&#10;        &lt;Text style={{ fontSize: 34, fontWeight: 'bold', color: '#FFFFFF' }}&gt;⑤ 搜索：三种方式，想不起原话也能找到&lt;/Text&gt;&#10;        &lt;Text style={{ fontSize: 14, color: '#64748B' }}&gt;07 / 功能 5&lt;/Text&gt;&#10;    &lt;/Box&gt;&#10;    &lt;Box style={{ width: '100%', height: 1, background: 'rgba(34,211,238,0.4)', marginTop: 14 }} /&gt;&#10;&#10;    &lt;Box style={{ flexDirection: 'row', gap: 16, marginTop: 20 }}&gt;&#10;        &lt;Image src=&quot;assets/search-fulltext.png&quot; style={{ width: 372, height: 210, objectFit: 'cover', borderRadius: 8, border: '1px solid #334155' }} /&gt;&#10;        &lt;Image src=&quot;assets/semantic.png&quot; style={{ width: 372, height: 210, objectFit: 'cover', borderRadius: 8, border: '1px solid #334155' }} /&gt;&#10;        &lt;Image src=&quot;assets/search-ask-real.png&quot; style={{ width: 372, height: 210, objectFit: 'cover', borderRadius: 8, border: '1px solid #334155' }} /&gt;&#10;    &lt;/Box&gt;&#10;&#10;    &lt;Box style={{ flexDirection: 'row', gap: 16, marginTop: 14 }}&gt;&#10;        &lt;Box style={{ width: 372, padding: 14, background: '#151B33', borderRadius: 8, borderTop: '3px solid #22D3EE' }}&gt;&#10;            &lt;Text style={{ fontSize: 20, fontWeight: 'bold', color: '#FFFFFF' }}&gt;全文&lt;/Text&gt;&#10;            &lt;Text style={{ fontSize: 14, color: '#94A3B8', lineHeight: 1.6, marginTop: 8 }}&gt;怎么用：想起什么词就打什么词&lt;/Text&gt;&#10;            &lt;Text style={{ fontSize: 14, color: '#94A3B8', lineHeight: 1.6 }}&gt;什么时候用：记得大概的说法&lt;/Text&gt;&#10;            &lt;Text style={{ fontSize: 14, color: '#94A3B8', lineHeight: 1.6 }}&gt;联网：不需要 · 毫秒级&lt;/Text&gt;&#10;            &lt;Text style={{ fontSize: 14, color: '#22D3EE', lineHeight: 1.6, marginTop: 6 }}&gt;中文 2-gram + 前缀 + 模糊；命中太少自动放宽，不会一搜一个空&lt;/Text&gt;&#10;        &lt;/Box&gt;&#10;        &lt;Box style={{ width: 372, padding: 14, background: '#151B33', borderRadius: 8, borderTop: '3px solid #4F46E5' }}&gt;&#10;            &lt;Text style={{ fontSize: 20, fontWeight: 'bold', color: '#FFFFFF' }}&gt;语义&lt;/Text&gt;&#10;            &lt;Text style={{ fontSize: 14, color: '#94A3B8', lineHeight: 1.6, marginTop: 8 }}&gt;怎么用：打一句完整的话描述意思&lt;/Text&gt;&#10;            &lt;Text style={{ fontSize: 14, color: '#94A3B8', lineHeight: 1.6 }}&gt;什么时候用：忘了它叫什么&lt;/Text&gt;&#10;            &lt;Text style={{ fontSize: 14, color: '#94A3B8', lineHeight: 1.6 }}&gt;联网：不需要 · 离线向量&lt;/Text&gt;&#10;            &lt;Text style={{ fontSize: 14, color: '#22D3EE', lineHeight: 1.6, marginTop: 6 }}&gt;可选功能，默认关：装了才有（25MB，首次加载 1.2 秒）&lt;/Text&gt;&#10;        &lt;/Box&gt;&#10;        &lt;Box style={{ width: 372, padding: 14, background: '#151B33', borderRadius: 8, borderTop: '3px solid #F0ABFC' }}&gt;&#10;            &lt;Text style={{ fontSize: 20, fontWeight: 'bold', color: '#FFFFFF' }}&gt;问答&lt;/Text&gt;&#10;            &lt;Text style={{ fontSize: 14, color: '#94A3B8', lineHeight: 1.6, marginTop: 8 }}&gt;怎么用：直接问一句人话&lt;/Text&gt;&#10;            &lt;Text style={{ fontSize: 14, color: '#94A3B8', lineHeight: 1.6 }}&gt;什么时候用：想要结论而不是列表&lt;/Text&gt;&#10;            &lt;Text style={{ fontSize: 14, color: '#94A3B8', lineHeight: 1.6 }}&gt;联网：需要填 Key · 2–5 秒&lt;/Text&gt;&#10;            &lt;Text style={{ fontSize: 14, color: '#22D3EE', lineHeight: 1.6, marginTop: 6 }}&gt;答案带 [1][2] 引用，点开就是原文，可核对它有没有编&lt;/Text&gt;&#10;        &lt;/Box&gt;&#10;    &lt;/Box&gt;&#10;&#10;    &lt;Box style={{ marginTop: 12, padding: 16, background: '#151B33', borderRadius: 8, borderLeft: '3px solid #4F46E5' }}&gt;&#10;        &lt;Text style={{ fontSize: 18, color: '#E2E8F0', lineHeight: 1.5 }}&gt;&#10;            &lt;span style={{ fontWeight: 'bold', color: '#22D3EE' }}&gt;搜哪些范围由你勾&lt;/span&gt;&#10;            ：日程 / 笔记 / 附件 / 信息流四个开关，默认只勾日程+笔记 —— 所以问&quot;还有什么没做&quot;不会冒出一条校园新闻；想搜订阅内容时把「信息流」勾上即可。另有「智能改写」开关（默认关）：让 AI 先把你的问法扩成同义词再搜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93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搜索：三种方式，想不起原话也能找到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07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571500" y="1295400"/>
            <a:ext cx="3543300" cy="20002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94" name=""/>
          <p:cNvPicPr>
            <a:picLocks noChangeAspect="1"/>
          </p:cNvPicPr>
          <p:nvPr/>
        </p:nvPicPr>
        <p:blipFill>
          <a:blip r:embed="rId1"/>
          <a:srcRect l="0" t="4838" r="0" b="4838"/>
          <a:stretch>
            <a:fillRect/>
          </a:stretch>
        </p:blipFill>
        <p:spPr>
          <a:xfrm rot="0" flipH="0" flipV="0">
            <a:off x="571500" y="1295400"/>
            <a:ext cx="3543300" cy="2000250"/>
          </a:xfrm>
          <a:prstGeom prst="roundRect">
            <a:avLst>
              <a:gd name="adj" fmla="val 3810"/>
            </a:avLst>
          </a:prstGeom>
          <a:ln/>
        </p:spPr>
      </p:pic>
      <p:sp>
        <p:nvSpPr>
          <p:cNvPr id="395" name=""/>
          <p:cNvSpPr/>
          <p:nvPr/>
        </p:nvSpPr>
        <p:spPr>
          <a:xfrm rot="0" flipH="0" flipV="0">
            <a:off x="4267200" y="1295400"/>
            <a:ext cx="3543300" cy="20002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96" name=""/>
          <p:cNvPicPr>
            <a:picLocks noChangeAspect="1"/>
          </p:cNvPicPr>
          <p:nvPr/>
        </p:nvPicPr>
        <p:blipFill>
          <a:blip r:embed="rId2"/>
          <a:srcRect l="0" t="4838" r="0" b="4838"/>
          <a:stretch>
            <a:fillRect/>
          </a:stretch>
        </p:blipFill>
        <p:spPr>
          <a:xfrm rot="0" flipH="0" flipV="0">
            <a:off x="4267200" y="1295400"/>
            <a:ext cx="3543300" cy="2000250"/>
          </a:xfrm>
          <a:prstGeom prst="roundRect">
            <a:avLst>
              <a:gd name="adj" fmla="val 3810"/>
            </a:avLst>
          </a:prstGeom>
          <a:ln/>
        </p:spPr>
      </p:pic>
      <p:sp>
        <p:nvSpPr>
          <p:cNvPr id="397" name=""/>
          <p:cNvSpPr/>
          <p:nvPr/>
        </p:nvSpPr>
        <p:spPr>
          <a:xfrm rot="0" flipH="0" flipV="0">
            <a:off x="7962900" y="1295400"/>
            <a:ext cx="3543300" cy="20002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398" name=""/>
          <p:cNvPicPr>
            <a:picLocks noChangeAspect="1"/>
          </p:cNvPicPr>
          <p:nvPr/>
        </p:nvPicPr>
        <p:blipFill>
          <a:blip r:embed="rId3"/>
          <a:srcRect l="0" t="916" r="0" b="916"/>
          <a:stretch>
            <a:fillRect/>
          </a:stretch>
        </p:blipFill>
        <p:spPr>
          <a:xfrm rot="0" flipH="0" flipV="0">
            <a:off x="7962900" y="1295400"/>
            <a:ext cx="3543300" cy="2000250"/>
          </a:xfrm>
          <a:prstGeom prst="roundRect">
            <a:avLst>
              <a:gd name="adj" fmla="val 3810"/>
            </a:avLst>
          </a:prstGeom>
          <a:ln/>
        </p:spPr>
      </p:pic>
      <p:sp>
        <p:nvSpPr>
          <p:cNvPr id="399" name=""/>
          <p:cNvSpPr/>
          <p:nvPr/>
        </p:nvSpPr>
        <p:spPr>
          <a:xfrm rot="0" flipH="0" flipV="0">
            <a:off x="571500" y="3457575"/>
            <a:ext cx="3543300" cy="1943100"/>
          </a:xfrm>
          <a:prstGeom prst="roundRect">
            <a:avLst>
              <a:gd name="adj" fmla="val 3922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571500" y="3457575"/>
            <a:ext cx="3543300" cy="1943100"/>
          </a:xfrm>
          <a:custGeom>
            <a:pathLst>
              <a:path w="372" h="204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4"/>
                  <a:pt x="369" y="3"/>
                  <a:pt x="3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04850" y="3590925"/>
            <a:ext cx="3276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全文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04850" y="389572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怎么用：想起什么词就打什么词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04850" y="4152900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什么时候用：记得大概的说法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04850" y="441007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联网：不需要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毫秒级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04850" y="4724400"/>
            <a:ext cx="3276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中文</a:t>
            </a:r>
            <a:r>
              <a:rPr lang="en-US" sz="1050">
                <a:solidFill>
                  <a:srgbClr val="22D3EE"/>
                </a:solidFill>
                <a:latin typeface="Microsoft YaHei"/>
                <a:ea typeface="Microsoft YaHei"/>
              </a:rPr>
              <a:t xml:space="preserve"> 2-gram + </a:t>
            </a: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前缀</a:t>
            </a:r>
            <a:r>
              <a:rPr lang="en-US" sz="1050">
                <a:solidFill>
                  <a:srgbClr val="22D3EE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模糊；命中太少自动放宽，不会一搜一个空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267200" y="3457575"/>
            <a:ext cx="3543300" cy="1943100"/>
          </a:xfrm>
          <a:prstGeom prst="roundRect">
            <a:avLst>
              <a:gd name="adj" fmla="val 3922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4267200" y="3457575"/>
            <a:ext cx="3543300" cy="1943100"/>
          </a:xfrm>
          <a:custGeom>
            <a:pathLst>
              <a:path w="372" h="204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4"/>
                  <a:pt x="369" y="3"/>
                  <a:pt x="3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400550" y="3590925"/>
            <a:ext cx="3276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语义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4400550" y="389572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怎么用：打一句完整的话描述意思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400550" y="4152900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什么时候用：忘了它叫什么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400550" y="441007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联网：不需要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离线向量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400550" y="4724400"/>
            <a:ext cx="3276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可选功能，默认关：装了才有（</a:t>
            </a:r>
            <a:r>
              <a:rPr lang="en-US" sz="1050">
                <a:solidFill>
                  <a:srgbClr val="22D3EE"/>
                </a:solidFill>
                <a:latin typeface="Microsoft YaHei"/>
                <a:ea typeface="Microsoft YaHei"/>
              </a:rPr>
              <a:t>25MB</a:t>
            </a: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，首次加载</a:t>
            </a:r>
            <a:r>
              <a:rPr lang="en-US" sz="1050">
                <a:solidFill>
                  <a:srgbClr val="22D3EE"/>
                </a:solidFill>
                <a:latin typeface="Microsoft YaHei"/>
                <a:ea typeface="Microsoft YaHei"/>
              </a:rPr>
              <a:t xml:space="preserve"> 1.2 </a:t>
            </a: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7962900" y="3457575"/>
            <a:ext cx="3543300" cy="1943100"/>
          </a:xfrm>
          <a:prstGeom prst="roundRect">
            <a:avLst>
              <a:gd name="adj" fmla="val 3922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7962900" y="3457575"/>
            <a:ext cx="3543300" cy="1943100"/>
          </a:xfrm>
          <a:custGeom>
            <a:pathLst>
              <a:path w="372" h="204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4"/>
                  <a:pt x="369" y="3"/>
                  <a:pt x="3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096250" y="3590925"/>
            <a:ext cx="3276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问答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096250" y="389572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怎么用：直接问一句人话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096250" y="4152900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什么时候用：想要结论而不是列表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096250" y="441007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联网：需要填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Key · 2–5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096250" y="4724400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答案带</a:t>
            </a:r>
            <a:r>
              <a:rPr lang="en-US" sz="1050">
                <a:solidFill>
                  <a:srgbClr val="22D3EE"/>
                </a:solidFill>
                <a:latin typeface="Microsoft YaHei"/>
                <a:ea typeface="Microsoft YaHei"/>
              </a:rPr>
              <a:t xml:space="preserve"> [1][2] </a:t>
            </a: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引用，点开就是原文，可核对它有没有编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600075" y="548640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600075" y="548640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52475" y="563880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搜哪些范围由你勾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：日程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笔记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附件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信息流四个开关，默认只勾日程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+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笔记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所以问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还有什么没做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不会冒出一条校园新闻；想搜订阅内容时把「信息流」勾上即可。另有「智能改写」开关（默认关）：让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先把你的问法扩成同义词再搜。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24" name="" descr="&lt;Slide style={{ background: '#0B1020', padding: 60 }}&gt;&#13;&#10;    &lt;Box style={{ flexDirection: 'row', justifyContent: 'space-between', alignItems: 'flex-end' }}&gt;&#13;&#10;        &lt;Text style={{ fontSize: 34, fontWeight: 'bold', color: '#FFFFFF' }}&gt;⑥ 信息流：给个网址，之后它自己收&lt;/Text&gt;&#13;&#10;        &lt;Text style={{ fontSize: 14, color: '#64748B' }}&gt;08 / 功能 6&lt;/Text&gt;&#13;&#10;    &lt;/Box&gt;&#13;&#10;    &lt;Box style={{ width: '100%', height: 1, background: 'rgba(34,211,238,0.4)', marginTop: 14 }} /&gt;&#13;&#10;&#13;&#10;    &lt;Box style={{ flexDirection: 'row', gap: 22, marginTop: 22 }}&gt;&#13;&#10;        &lt;Image src=&quot;assets/feed-list.png&quot; style={{ width: 660, height: 372, objectFit: 'cover', borderRadius: 8, border: '1px solid #334155' }} /&gt;&#13;&#10;&#13;&#10;        &lt;Box style={{ width: 438, gap: 14 }}&gt;&#13;&#10;            &lt;Box style={{ padding: 14, background: '#151B33', borderRadius: 8, borderLeft: '3px solid #F0ABFC' }}&gt;&#13;&#10;                &lt;Text style={{ fontSize: 18, fontWeight: 'bold', color: '#FFFFFF' }}&gt;添加只要一个网址&lt;/Text&gt;&#13;&#10;                &lt;Text style={{ fontSize: 14, color: '#94A3B8', lineHeight: 1.6, marginTop: 8 }}&gt;粘上首页地址就行 —— 它自己探测是 RSS、JSON 还是普通网页栏目，探测不出会给几个候选让你挑。&lt;/Text&gt;&#13;&#10;            &lt;/Box&gt;&#13;&#10;            &lt;Box style={{ padding: 14, background: '#151B33', borderRadius: 8, borderLeft: '3px solid #F0ABFC' }}&gt;&#13;&#10;                &lt;Text style={{ fontSize: 18, fontWeight: 'bold', color: '#FFFFFF' }}&gt;按网站自己的栏目分类&lt;/Text&gt;&#13;&#10;                &lt;Text style={{ fontSize: 14, color: '#94A3B8', lineHeight: 1.6, marginTop: 8 }}&gt;&quot;通知公告 / 新闻动态 / 教务信息&quot;分开排，不是一大锅混在一起 —— 顶部还有栏目快筛。&lt;/Text&gt;&#13;&#10;            &lt;/Box&gt;&#13;&#10;            &lt;Box style={{ padding: 14, background: '#151B33', borderRadius: 8, borderLeft: '3px solid #F0ABFC' }}&gt;&#13;&#10;                &lt;Text style={{ fontSize: 18, fontWeight: 'bold', color: '#FFFFFF' }}&gt;定时自己去抓，不用你管&lt;/Text&gt;&#13;&#10;                &lt;Text style={{ fontSize: 14, color: '#94A3B8', lineHeight: 1.6, marginTop: 8 }}&gt;后台常驻，浏览器关了照样抓；并发 8 个源、每个域名间隔 3 秒，内容没变（304）直接跳过。&lt;/Text&gt;&#13;&#10;            &lt;/Box&gt;&#13;&#10;            &lt;Box style={{ padding: 14, background: '#151B33', borderRadius: 8, borderLeft: '3px solid #F0ABFC' }}&gt;&#13;&#10;                &lt;Text style={{ fontSize: 18, fontWeight: 'bold', color: '#FFFFFF' }}&gt;读到哪一层都行&lt;/Text&gt;&#13;&#10;                &lt;Text style={{ fontSize: 14, color: '#94A3B8', lineHeight: 1.6, marginTop: 8 }}&gt;点标题就地展开 AI 摘要；「显示原文」在右侧抽屉读清洗过的正文；「打开网址」用系统浏览器开原页面。&lt;/Text&gt;&#13;&#10;            &lt;/Box&gt;&#13;&#10;        &lt;/Box&gt;&#13;&#10;    &lt;/Box&gt;&#13;&#10;&#13;&#10;    &lt;Box style={{ marginTop: 12, padding: 16, background: '#151B33', borderRadius: 8, borderLeft: '3px solid #22D3EE' }}&gt;&#13;&#10;        &lt;Text style={{ fontSize: 18, color: '#E2E8F0', lineHeight: 1.5 }}&gt;&#13;&#10;            &lt;span style={{ fontWeight: 'bold', color: '#22D3EE' }}&gt;方便在哪&lt;/span&gt;&#13;&#10;            ：以前要挨个打开三个学院网站，刷一遍才知道有没有新通知。现在打开工作台就是一条按栏目排好的列表 —— 看标题和摘要就知道这条要不要点开，重要的还能一键解析成日程。&#13;&#10;        &lt;/Text&gt;&#13;&#10;    &lt;/Box&gt;&#13;&#10;&#13;&#10;    &lt;Text style={{ fontSize: 14, color: '#64748B', position: 'absolute', left: 60, top: 670 }}&gt;个人工作台 · v0.2.0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286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⑥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信息流：给个网址，之后它自己收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08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6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571500" y="1314450"/>
            <a:ext cx="6286500" cy="35433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430" name=""/>
          <p:cNvPicPr>
            <a:picLocks noChangeAspect="1"/>
          </p:cNvPicPr>
          <p:nvPr/>
        </p:nvPicPr>
        <p:blipFill>
          <a:blip r:embed="rId1"/>
          <a:srcRect l="0" t="2353" r="0" b="2353"/>
          <a:stretch>
            <a:fillRect/>
          </a:stretch>
        </p:blipFill>
        <p:spPr>
          <a:xfrm rot="0" flipH="0" flipV="0">
            <a:off x="571500" y="1314450"/>
            <a:ext cx="6286500" cy="3543300"/>
          </a:xfrm>
          <a:prstGeom prst="roundRect">
            <a:avLst>
              <a:gd name="adj" fmla="val 2151"/>
            </a:avLst>
          </a:prstGeom>
          <a:ln/>
        </p:spPr>
      </p:pic>
      <p:sp>
        <p:nvSpPr>
          <p:cNvPr id="431" name=""/>
          <p:cNvSpPr/>
          <p:nvPr/>
        </p:nvSpPr>
        <p:spPr>
          <a:xfrm rot="0" flipH="0" flipV="0">
            <a:off x="7096125" y="131445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7096125" y="131445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229475" y="14478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添加只要一个网址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7229475" y="173355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粘上首页地址就行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它自己探测是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RSS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还是普通网页栏目，探测不出会给几个候选让你挑。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7096125" y="251460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7096125" y="251460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229475" y="264795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按网站自己的栏目分类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229475" y="293370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通知公告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新闻动态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教务信息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分开排，不是一大锅混在一起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顶部还有栏目快筛。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7096125" y="371475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7096125" y="371475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229475" y="384810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定时自己去抓，不用你管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229475" y="413385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后台常驻，浏览器关了照样抓；并发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个源、每个域名间隔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秒，内容没变（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304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）直接跳过。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096125" y="4914900"/>
            <a:ext cx="4171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7096125" y="4914900"/>
            <a:ext cx="4171950" cy="1066800"/>
          </a:xfrm>
          <a:custGeom>
            <a:pathLst>
              <a:path w="43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7229475" y="5048250"/>
            <a:ext cx="387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读到哪一层都行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229475" y="5334000"/>
            <a:ext cx="3876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点标题就地展开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摘要；「显示原文」在右侧抽屉读清洗过的正文；「打开网址」用系统浏览器开原页面。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600075" y="609600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600075" y="609600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752475" y="624840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：以前要挨个打开三个学院网站，刷一遍才知道有没有新通知。现在打开工作台就是一条按栏目排好的列表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看标题和摘要就知道这条要不要点开，重要的还能一键解析成日程。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3" name="" descr="&lt;Slide style={{ background: '#0B1020', padding: 60 }}&gt;&#13;&#10;    &lt;Box style={{ flexDirection: 'row', justifyContent: 'space-between', alignItems: 'flex-end' }}&gt;&#13;&#10;        &lt;Text style={{ fontSize: 34, fontWeight: 'bold', color: '#FFFFFF' }}&gt;⑦ 合起来用：连订阅来的正文也能被搜到&lt;/Text&gt;&#13;&#10;        &lt;Text style={{ fontSize: 14, color: '#64748B' }}&gt;09 / 功能 6 × 功能 5&lt;/Text&gt;&#13;&#10;    &lt;/Box&gt;&#13;&#10;    &lt;Box style={{ width: '100%', height: 1, background: 'rgba(34,211,238,0.4)', marginTop: 14 }} /&gt;&#13;&#10;&#13;&#10;    &lt;Box style={{ flexDirection: 'row', gap: 16, marginTop: 20 }}&gt;&#13;&#10;        &lt;Image src=&quot;assets/search-ask-real.png&quot; style={{ width: 620, height: 300, objectFit: 'cover', borderRadius: 8, border: '1px solid #334155' }} /&gt;&#13;&#10;        &lt;Image src=&quot;assets/feed-article.jpg&quot; style={{ width: 524, height: 300, objectFit: 'cover', borderRadius: 8, border: '1px solid #334155' }} /&gt;&#13;&#10;    &lt;/Box&gt;&#13;&#10;&#13;&#10;    &lt;Box style={{ flexDirection: 'row', gap: 13, marginTop: 14 }}&gt;&#13;&#10;        &lt;Box style={{ width: 278, padding: 14, background: '#151B33', borderRadius: 8, borderLeft: '3px solid #22D3EE' }}&gt;&#13;&#10;            &lt;Text style={{ fontSize: 26, fontWeight: 'bold', color: '#22D3EE' }}&gt;60 / 75&lt;/Text&gt;&#13;&#10;            &lt;Text style={{ fontSize: 14, color: '#94A3B8', lineHeight: 1.5, marginTop: 6 }}&gt;条订阅内容有完整正文&lt;/Text&gt;&#13;&#10;        &lt;/Box&gt;&#13;&#10;        &lt;Box style={{ width: 278, padding: 14, background: '#151B33', borderRadius: 8, borderLeft: '3px solid #22D3EE' }}&gt;&#13;&#10;            &lt;Text style={{ fontSize: 26, fontWeight: 'bold', color: '#22D3EE' }}&gt;8.3 万字&lt;/Text&gt;&#13;&#10;            &lt;Text style={{ fontSize: 14, color: '#94A3B8', lineHeight: 1.5, marginTop: 6 }}&gt;共入库正文，平均每条 1,447 字&lt;/Text&gt;&#13;&#10;        &lt;/Box&gt;&#13;&#10;        &lt;Box style={{ width: 278, padding: 14, background: '#151B33', borderRadius: 8, borderLeft: '3px solid #4F46E5' }}&gt;&#13;&#10;            &lt;Text style={{ fontSize: 17, fontWeight: 'bold', color: '#FFFFFF' }}&gt;RSS 源：零额外请求&lt;/Text&gt;&#13;&#10;            &lt;Text style={{ fontSize: 14, color: '#94A3B8', lineHeight: 1.5, marginTop: 6 }}&gt;feed 自带全文字段，直接取 —— 不额外打扰源站&lt;/Text&gt;&#13;&#10;        &lt;/Box&gt;&#13;&#10;        &lt;Box style={{ width: 278, padding: 14, background: '#151B33', borderRadius: 8, borderLeft: '3px solid #4F46E5' }}&gt;&#13;&#10;            &lt;Text style={{ fontSize: 17, fontWeight: 'bold', color: '#FFFFFF' }}&gt;网页源：限速抓详情&lt;/Text&gt;&#13;&#10;            &lt;Text style={{ fontSize: 14, color: '#94A3B8', lineHeight: 1.5, marginTop: 6 }}&gt;每域名间隔 1.5 秒，62 条约 2 分钟抓完&lt;/Text&gt;&#13;&#10;        &lt;/Box&gt;&#13;&#10;    &lt;/Box&gt;&#13;&#10;&#13;&#10;    &lt;Box style={{ marginTop: 12, padding: 16, background: '#151B33', borderRadius: 8, borderLeft: '3px solid #F0ABFC' }}&gt;&#13;&#10;        &lt;Text style={{ fontSize: 18, color: '#E2E8F0', lineHeight: 1.5 }}&gt;&#13;&#10;            &lt;span style={{ fontWeight: 'bold', color: '#22D3EE' }}&gt;方便在哪&lt;/span&gt;&#13;&#10;            ：这是它最不一样的地方 —— 搜&quot;体检&quot;命中的不是标题里有&quot;体检&quot;的那条，而是某条通知正文里写的体检安排；问&quot;选课通知说了什么&quot;，答案直接引了正文里的日期和流程，点 [1] 就能看到原文。左图就是真实 Key 下的一次问答：1 条直接命中 + 3 条引用。&#13;&#10;        &lt;/Text&gt;&#13;&#10;    &lt;/Box&gt;&#13;&#10;&#13;&#10;    &lt;Text style={{ fontSize: 14, color: '#64748B', position: 'absolute', left: 60, top: 670 }}&gt;个人工作台 · v0.2.0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93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⑦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合起来用：连订阅来的正文也能被搜到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372725" y="800100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09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6 ×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5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571500" y="1295400"/>
            <a:ext cx="5905500" cy="28575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1"/>
          <a:srcRect l="0" t="7928" r="0" b="7928"/>
          <a:stretch>
            <a:fillRect/>
          </a:stretch>
        </p:blipFill>
        <p:spPr>
          <a:xfrm rot="0" flipH="0" flipV="0">
            <a:off x="571500" y="1295400"/>
            <a:ext cx="59055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6629400" y="1295400"/>
            <a:ext cx="4991100" cy="28575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Id2"/>
          <a:srcRect l="0" t="7327" r="0" b="7327"/>
          <a:stretch>
            <a:fillRect/>
          </a:stretch>
        </p:blipFill>
        <p:spPr>
          <a:xfrm rot="0" flipH="0" flipV="0">
            <a:off x="6629400" y="1295400"/>
            <a:ext cx="4991100" cy="2857500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22" name=""/>
          <p:cNvSpPr/>
          <p:nvPr/>
        </p:nvSpPr>
        <p:spPr>
          <a:xfrm rot="0" flipH="0" flipV="0">
            <a:off x="600075" y="4286250"/>
            <a:ext cx="2619375" cy="1009650"/>
          </a:xfrm>
          <a:prstGeom prst="roundRect">
            <a:avLst>
              <a:gd name="adj" fmla="val 75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00075" y="4286250"/>
            <a:ext cx="2619375" cy="1009650"/>
          </a:xfrm>
          <a:custGeom>
            <a:pathLst>
              <a:path w="275" h="10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1"/>
                </a:lnTo>
                <a:cubicBezTo>
                  <a:pt x="3" y="103"/>
                  <a:pt x="5" y="105"/>
                  <a:pt x="7" y="106"/>
                </a:cubicBezTo>
                <a:cubicBezTo>
                  <a:pt x="3" y="105"/>
                  <a:pt x="0" y="102"/>
                  <a:pt x="0" y="9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33425" y="4419600"/>
            <a:ext cx="2352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>60 / 75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33425" y="4781550"/>
            <a:ext cx="23526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条订阅内容有完整正文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3371850" y="4286250"/>
            <a:ext cx="2619375" cy="1009650"/>
          </a:xfrm>
          <a:prstGeom prst="roundRect">
            <a:avLst>
              <a:gd name="adj" fmla="val 75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371850" y="4286250"/>
            <a:ext cx="2619375" cy="1009650"/>
          </a:xfrm>
          <a:custGeom>
            <a:pathLst>
              <a:path w="275" h="10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1"/>
                </a:lnTo>
                <a:cubicBezTo>
                  <a:pt x="3" y="103"/>
                  <a:pt x="5" y="105"/>
                  <a:pt x="7" y="106"/>
                </a:cubicBezTo>
                <a:cubicBezTo>
                  <a:pt x="3" y="105"/>
                  <a:pt x="0" y="102"/>
                  <a:pt x="0" y="9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505200" y="4419600"/>
            <a:ext cx="2352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8.3 </a:t>
            </a:r>
            <a:r>
              <a:rPr lang="zh-CN" sz="1950" b="1">
                <a:solidFill>
                  <a:srgbClr val="22D3EE"/>
                </a:solidFill>
                <a:latin typeface="Microsoft YaHei"/>
                <a:ea typeface="Microsoft YaHei"/>
              </a:rPr>
              <a:t>万字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505200" y="4781550"/>
            <a:ext cx="23526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共入库正文，平均每条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1,447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43625" y="4286250"/>
            <a:ext cx="2619375" cy="1009650"/>
          </a:xfrm>
          <a:prstGeom prst="roundRect">
            <a:avLst>
              <a:gd name="adj" fmla="val 75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143625" y="4286250"/>
            <a:ext cx="2619375" cy="1009650"/>
          </a:xfrm>
          <a:custGeom>
            <a:pathLst>
              <a:path w="275" h="10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1"/>
                </a:lnTo>
                <a:cubicBezTo>
                  <a:pt x="3" y="103"/>
                  <a:pt x="5" y="105"/>
                  <a:pt x="7" y="106"/>
                </a:cubicBezTo>
                <a:cubicBezTo>
                  <a:pt x="3" y="105"/>
                  <a:pt x="0" y="102"/>
                  <a:pt x="0" y="9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276975" y="441960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RSS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源：零额外请求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276975" y="4676775"/>
            <a:ext cx="23526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feed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自带全文字段，直接取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不额外打扰源站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915400" y="4286250"/>
            <a:ext cx="2619375" cy="1009650"/>
          </a:xfrm>
          <a:prstGeom prst="roundRect">
            <a:avLst>
              <a:gd name="adj" fmla="val 75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8915400" y="4286250"/>
            <a:ext cx="2619375" cy="1009650"/>
          </a:xfrm>
          <a:custGeom>
            <a:pathLst>
              <a:path w="275" h="10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1"/>
                </a:lnTo>
                <a:cubicBezTo>
                  <a:pt x="3" y="103"/>
                  <a:pt x="5" y="105"/>
                  <a:pt x="7" y="106"/>
                </a:cubicBezTo>
                <a:cubicBezTo>
                  <a:pt x="3" y="105"/>
                  <a:pt x="0" y="102"/>
                  <a:pt x="0" y="9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048750" y="441960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网页源：限速抓详情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048750" y="4676775"/>
            <a:ext cx="23526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每域名间隔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秒，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62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条约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分钟抓完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00075" y="541020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00075" y="541020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52475" y="556260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：这是它最不一样的地方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搜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体检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命中的不是标题里有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体检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的那条，而是某条通知正文里写的体检安排；问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选课通知说了什么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，答案直接引了正文里的日期和流程，点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[1]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就能看到原文。左图就是真实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下的一次问答：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条直接命中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+ 3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条引用。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2" name="" descr="&lt;Slide style={{ background: '#0B1020', padding: 60 }}&gt;&#10;    &lt;Box style={{ flexDirection: 'row', justifyContent: 'space-between', alignItems: 'flex-end' }}&gt;&#10;        &lt;Text style={{ fontSize: 34, fontWeight: 'bold', color: '#FFFFFF' }}&gt;⑧ 桌面壳与多端：在该出现的时候出现&lt;/Text&gt;&#10;        &lt;Text style={{ fontSize: 14, color: '#64748B' }}&gt;10 / 功能 7&lt;/Text&gt;&#10;    &lt;/Box&gt;&#10;    &lt;Box style={{ width: '100%', height: 1, background: 'rgba(34,211,238,0.4)', marginTop: 14 }} /&gt;&#10;&#10;    &lt;Box style={{ flexDirection: 'row', gap: 22, marginTop: 22 }}&gt;&#10;        &lt;Image src=&quot;assets/settings-about.png&quot; style={{ width: 620, height: 400, objectFit: 'cover', borderRadius: 8, border: '1px solid #334155' }} /&gt;&#10;&#10;        &lt;Box style={{ width: 518, gap: 14 }}&gt;&#10;            &lt;Box style={{ padding: 14, background: '#151B33', borderRadius: 8, borderLeft: '3px solid #22D3EE' }}&gt;&#10;                &lt;Text style={{ fontSize: 18, fontWeight: 'bold', color: '#FFFFFF' }}&gt;到点弹系统通知&lt;/Text&gt;&#10;                &lt;Text style={{ fontSize: 14, color: '#94A3B8', lineHeight: 1.6, marginTop: 8 }}&gt;截止前提醒走操作系统通知中心 —— 这是网页版做不到的，也是装桌面版的理由。&lt;/Text&gt;&#10;            &lt;/Box&gt;&#10;            &lt;Box style={{ padding: 14, background: '#151B33', borderRadius: 8, borderLeft: '3px solid #22D3EE' }}&gt;&#10;                &lt;Text style={{ fontSize: 18, fontWeight: 'bold', color: '#FFFFFF' }}&gt;托盘常驻 + 悬浮小窗&lt;/Text&gt;&#10;                &lt;Text style={{ fontSize: 14, color: '#94A3B8', lineHeight: 1.6, marginTop: 8 }}&gt;关掉窗口不退出；快捷键唤出小窗随手记一条，不用切走当前在干的事。&lt;/Text&gt;&#10;            &lt;/Box&gt;&#10;            &lt;Box style={{ padding: 14, background: '#151B33', borderRadius: 8, borderLeft: '3px solid #22D3EE' }}&gt;&#10;                &lt;Text style={{ fontSize: 18, fontWeight: 'bold', color: '#FFFFFF' }}&gt;开机自启 · 双击即用&lt;/Text&gt;&#10;                &lt;Text style={{ fontSize: 14, color: '#94A3B8', lineHeight: 1.6, marginTop: 8 }}&gt;便携版双击就跑，不需要管理员权限；开机自启后它就在后台待着。&lt;/Text&gt;&#10;            &lt;/Box&gt;&#10;            &lt;Box style={{ padding: 14, background: '#151B33', borderRadius: 8, borderLeft: '3px solid #4F46E5' }}&gt;&#10;                &lt;Text style={{ fontSize: 18, fontWeight: 'bold', color: '#FFFFFF' }}&gt;一套数据，三种形态&lt;/Text&gt;&#10;                &lt;Text style={{ fontSize: 14, color: '#94A3B8', lineHeight: 1.6, marginTop: 8 }}&gt;桌面（完整）/ 网页（零安装）/ 手机 PWA（随手记）。信息流要读本机服务，只有桌面版有。&lt;/Text&gt;&#10;            &lt;/Box&gt;&#10;        &lt;/Box&gt;&#10;    &lt;/Box&gt;&#10;&#10;    &lt;Box style={{ marginTop: 12, padding: 16, background: '#151B33', borderRadius: 8, borderLeft: '3px solid #4F46E5' }}&gt;&#10;        &lt;Text style={{ fontSize: 18, color: '#E2E8F0', lineHeight: 1.5 }}&gt;&#10;            &lt;span style={{ fontWeight: 'bold', color: '#22D3EE' }}&gt;方便在哪&lt;/span&gt;&#10;            ：它不用你记得打开 —— 到点自己提醒你，想记的时候一个快捷键就出来，记完自动消失。网页版和手机版负责&quot;不在自己电脑前也能用&quot;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610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⑧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桌面壳与多端：在该出现的时候出现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10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7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571500" y="1314450"/>
            <a:ext cx="5905500" cy="381000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"/>
          <a:srcRect l="10405" t="0" r="10405" b="0"/>
          <a:stretch>
            <a:fillRect/>
          </a:stretch>
        </p:blipFill>
        <p:spPr>
          <a:xfrm rot="0" flipH="0" flipV="0">
            <a:off x="571500" y="1314450"/>
            <a:ext cx="5905500" cy="3810000"/>
          </a:xfrm>
          <a:prstGeom prst="roundRect">
            <a:avLst>
              <a:gd name="adj" fmla="val 2000"/>
            </a:avLst>
          </a:prstGeom>
          <a:ln/>
        </p:spPr>
      </p:pic>
      <p:sp>
        <p:nvSpPr>
          <p:cNvPr id="49" name=""/>
          <p:cNvSpPr/>
          <p:nvPr/>
        </p:nvSpPr>
        <p:spPr>
          <a:xfrm rot="0" flipH="0" flipV="0">
            <a:off x="6715125" y="1314450"/>
            <a:ext cx="4933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715125" y="1314450"/>
            <a:ext cx="4933950" cy="1066800"/>
          </a:xfrm>
          <a:custGeom>
            <a:pathLst>
              <a:path w="51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48475" y="1447800"/>
            <a:ext cx="463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到点弹系统通知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848475" y="1733550"/>
            <a:ext cx="4638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截止前提醒走操作系统通知中心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这是网页版做不到的，也是装桌面版的理由。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715125" y="2514600"/>
            <a:ext cx="4933950" cy="809625"/>
          </a:xfrm>
          <a:prstGeom prst="roundRect">
            <a:avLst>
              <a:gd name="adj" fmla="val 9412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6715125" y="2514600"/>
            <a:ext cx="4933950" cy="809625"/>
          </a:xfrm>
          <a:custGeom>
            <a:pathLst>
              <a:path w="518" h="8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0"/>
                </a:lnTo>
                <a:cubicBezTo>
                  <a:pt x="3" y="82"/>
                  <a:pt x="5" y="84"/>
                  <a:pt x="7" y="85"/>
                </a:cubicBezTo>
                <a:cubicBezTo>
                  <a:pt x="3" y="84"/>
                  <a:pt x="0" y="81"/>
                  <a:pt x="0" y="7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48475" y="2647950"/>
            <a:ext cx="463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托盘常驻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悬浮小窗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848475" y="2933700"/>
            <a:ext cx="4638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关掉窗口不退出；快捷键唤出小窗随手记一条，不用切走当前在干的事。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715125" y="3457575"/>
            <a:ext cx="4933950" cy="809625"/>
          </a:xfrm>
          <a:prstGeom prst="roundRect">
            <a:avLst>
              <a:gd name="adj" fmla="val 9412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6715125" y="3457575"/>
            <a:ext cx="4933950" cy="809625"/>
          </a:xfrm>
          <a:custGeom>
            <a:pathLst>
              <a:path w="518" h="8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0"/>
                </a:lnTo>
                <a:cubicBezTo>
                  <a:pt x="3" y="82"/>
                  <a:pt x="5" y="84"/>
                  <a:pt x="7" y="85"/>
                </a:cubicBezTo>
                <a:cubicBezTo>
                  <a:pt x="3" y="84"/>
                  <a:pt x="0" y="81"/>
                  <a:pt x="0" y="7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848475" y="3590925"/>
            <a:ext cx="463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开机自启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双击即用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848475" y="3876675"/>
            <a:ext cx="46386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便携版双击就跑，不需要管理员权限；开机自启后它就在后台待着。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715125" y="4400550"/>
            <a:ext cx="4933950" cy="1066800"/>
          </a:xfrm>
          <a:prstGeom prst="roundRect">
            <a:avLst>
              <a:gd name="adj" fmla="val 7143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6715125" y="4400550"/>
            <a:ext cx="4933950" cy="1066800"/>
          </a:xfrm>
          <a:custGeom>
            <a:pathLst>
              <a:path w="518" h="112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07"/>
                </a:lnTo>
                <a:cubicBezTo>
                  <a:pt x="3" y="109"/>
                  <a:pt x="5" y="111"/>
                  <a:pt x="7" y="112"/>
                </a:cubicBezTo>
                <a:cubicBezTo>
                  <a:pt x="3" y="111"/>
                  <a:pt x="0" y="108"/>
                  <a:pt x="0" y="10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48475" y="4533900"/>
            <a:ext cx="463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一套数据，三种形态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848475" y="4819650"/>
            <a:ext cx="4638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桌面（完整）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网页（零安装）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手机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PWA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（随手记）。信息流要读本机服务，只有桌面版有。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0075" y="558165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600075" y="558165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52475" y="573405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方便在哪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：它不用你记得打开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到点自己提醒你，想记的时候一个快捷键就出来，记完自动消失。网页版和手机版负责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不在自己电脑前也能用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9" name="" descr="&lt;Slide style={{ background: '#0B1020', padding: 60 }}&gt;&#10;    &lt;Box style={{ flexDirection: 'row', justifyContent: 'space-between', alignItems: 'flex-end' }}&gt;&#10;        &lt;Text style={{ fontSize: 34, fontWeight: 'bold', color: '#FFFFFF' }}&gt;⑨ 数据在自己手里：导出、备份、同步、体检&lt;/Text&gt;&#10;        &lt;Text style={{ fontSize: 14, color: '#64748B' }}&gt;11 / 功能 8&lt;/Text&gt;&#10;    &lt;/Box&gt;&#10;    &lt;Box style={{ width: '100%', height: 1, background: 'rgba(34,211,238,0.4)', marginTop: 14 }} /&gt;&#10;&#10;    &lt;Box style={{ flexDirection: 'row', gap: 16, marginTop: 20 }}&gt;&#10;        &lt;Image src=&quot;assets/settings-data.png&quot; style={{ width: 372, height: 230, objectFit: 'cover', borderRadius: 8, border: '1px solid #334155' }} /&gt;&#10;        &lt;Image src=&quot;assets/settings-sync.png&quot; style={{ width: 372, height: 230, objectFit: 'cover', borderRadius: 8, border: '1px solid #334155' }} /&gt;&#10;        &lt;Image src=&quot;assets/settings-checkup.png&quot; style={{ width: 372, height: 230, objectFit: 'cover', borderRadius: 8, border: '1px solid #334155' }} /&gt;&#10;    &lt;/Box&gt;&#10;&#10;    &lt;Box style={{ flexDirection: 'row', gap: 16, marginTop: 16 }}&gt;&#10;        &lt;Box style={{ width: 372, padding: 14, background: '#151B33', borderRadius: 8, borderTop: '3px solid #22D3EE' }}&gt;&#10;            &lt;Text style={{ fontSize: 18, fontWeight: 'bold', color: '#FFFFFF' }}&gt;一键导出 JSON&lt;/Text&gt;&#10;            &lt;Text style={{ fontSize: 14, color: '#94A3B8', lineHeight: 1.6, marginTop: 8 }}&gt;所有日程、笔记、附件索引导出成一个文件 —— 它是你的数据，跟这个软件无关。&lt;/Text&gt;&#10;        &lt;/Box&gt;&#10;        &lt;Box style={{ width: 372, padding: 14, background: '#151B33', borderRadius: 8, borderTop: '3px solid #22D3EE' }}&gt;&#10;            &lt;Text style={{ fontSize: 18, fontWeight: 'bold', color: '#FFFFFF' }}&gt;备份与恢复&lt;/Text&gt;&#10;            &lt;Text style={{ fontSize: 14, color: '#94A3B8', lineHeight: 1.6, marginTop: 8 }}&gt;本地快照随时存、随时回滚，误删一条也能找回来。&lt;/Text&gt;&#10;        &lt;/Box&gt;&#10;        &lt;Box style={{ width: 372, padding: 14, background: '#151B33', borderRadius: 8, borderTop: '3px solid #4F46E5' }}&gt;&#10;            &lt;Text style={{ fontSize: 18, fontWeight: 'bold', color: '#FFFFFF' }}&gt;同步（可选开关）&lt;/Text&gt;&#10;            &lt;Text style={{ fontSize: 14, color: '#94A3B8', lineHeight: 1.6, marginTop: 8 }}&gt;走你自己的 GitHub 私有仓库或本地文件夹；三路合并，冲突绝不自动覆盖。&lt;/Text&gt;&#10;        &lt;/Box&gt;&#10;    &lt;/Box&gt;&#10;&#10;    &lt;Box style={{ marginTop: 12, padding: 16, background: '#151B33', borderRadius: 8, borderLeft: '3px solid #22D3EE' }}&gt;&#10;        &lt;Text style={{ fontSize: 18, color: '#E2E8F0', lineHeight: 1.5 }}&gt;&#10;            &lt;span style={{ fontWeight: 'bold', color: '#22D3EE' }}&gt;一键体检&lt;/span&gt;&#10;            ：设置里每一项能力都告诉你&quot;能不能用、为什么、去哪修&quot; —— 没填 Key 就说没填 Key，模型没装就说没装，不允许&quot;灰着但不解释&quot;。                 右图就是体检页的真实样子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6581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⑨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数据在自己手里：导出、备份、同步、体检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934700" y="800100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11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功能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8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571500" y="1295400"/>
            <a:ext cx="3543300" cy="21907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 r:embed="rId1"/>
          <a:srcRect l="0" t="15362" r="0" b="15362"/>
          <a:stretch>
            <a:fillRect/>
          </a:stretch>
        </p:blipFill>
        <p:spPr>
          <a:xfrm rot="0" flipH="0" flipV="0">
            <a:off x="571500" y="1295400"/>
            <a:ext cx="3543300" cy="2190750"/>
          </a:xfrm>
          <a:prstGeom prst="roundRect">
            <a:avLst>
              <a:gd name="adj" fmla="val 3478"/>
            </a:avLst>
          </a:prstGeom>
          <a:ln/>
        </p:spPr>
      </p:pic>
      <p:sp>
        <p:nvSpPr>
          <p:cNvPr id="76" name=""/>
          <p:cNvSpPr/>
          <p:nvPr/>
        </p:nvSpPr>
        <p:spPr>
          <a:xfrm rot="0" flipH="0" flipV="0">
            <a:off x="4267200" y="1295400"/>
            <a:ext cx="3543300" cy="21907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77" name=""/>
          <p:cNvPicPr>
            <a:picLocks noChangeAspect="1"/>
          </p:cNvPicPr>
          <p:nvPr/>
        </p:nvPicPr>
        <p:blipFill>
          <a:blip r:embed="rId2"/>
          <a:srcRect l="0" t="12591" r="0" b="12591"/>
          <a:stretch>
            <a:fillRect/>
          </a:stretch>
        </p:blipFill>
        <p:spPr>
          <a:xfrm rot="0" flipH="0" flipV="0">
            <a:off x="4267200" y="1295400"/>
            <a:ext cx="3543300" cy="2190750"/>
          </a:xfrm>
          <a:prstGeom prst="roundRect">
            <a:avLst>
              <a:gd name="adj" fmla="val 3478"/>
            </a:avLst>
          </a:prstGeom>
          <a:ln/>
        </p:spPr>
      </p:pic>
      <p:sp>
        <p:nvSpPr>
          <p:cNvPr id="78" name=""/>
          <p:cNvSpPr/>
          <p:nvPr/>
        </p:nvSpPr>
        <p:spPr>
          <a:xfrm rot="0" flipH="0" flipV="0">
            <a:off x="7962900" y="1295400"/>
            <a:ext cx="3543300" cy="2190750"/>
          </a:xfrm>
          <a:prstGeom prst="rect">
            <a:avLst/>
          </a:prstGeom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 r:embed="rId3"/>
          <a:srcRect l="3368" t="0" r="3368" b="0"/>
          <a:stretch>
            <a:fillRect/>
          </a:stretch>
        </p:blipFill>
        <p:spPr>
          <a:xfrm rot="0" flipH="0" flipV="0">
            <a:off x="7962900" y="1295400"/>
            <a:ext cx="3543300" cy="2190750"/>
          </a:xfrm>
          <a:prstGeom prst="roundRect">
            <a:avLst>
              <a:gd name="adj" fmla="val 3478"/>
            </a:avLst>
          </a:prstGeom>
          <a:ln/>
        </p:spPr>
      </p:pic>
      <p:sp>
        <p:nvSpPr>
          <p:cNvPr id="80" name=""/>
          <p:cNvSpPr/>
          <p:nvPr/>
        </p:nvSpPr>
        <p:spPr>
          <a:xfrm rot="0" flipH="0" flipV="0">
            <a:off x="571500" y="3667125"/>
            <a:ext cx="3543300" cy="1095375"/>
          </a:xfrm>
          <a:prstGeom prst="roundRect">
            <a:avLst>
              <a:gd name="adj" fmla="val 695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571500" y="3667125"/>
            <a:ext cx="3543300" cy="1095375"/>
          </a:xfrm>
          <a:custGeom>
            <a:pathLst>
              <a:path w="372" h="115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4"/>
                  <a:pt x="369" y="3"/>
                  <a:pt x="3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04850" y="3800475"/>
            <a:ext cx="327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一键导出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JSON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04850" y="4086225"/>
            <a:ext cx="3276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所有日程、笔记、附件索引导出成一个文件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它是你的数据，跟这个软件无关。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4267200" y="3667125"/>
            <a:ext cx="3543300" cy="1095375"/>
          </a:xfrm>
          <a:prstGeom prst="roundRect">
            <a:avLst>
              <a:gd name="adj" fmla="val 695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4267200" y="3667125"/>
            <a:ext cx="3543300" cy="1095375"/>
          </a:xfrm>
          <a:custGeom>
            <a:pathLst>
              <a:path w="372" h="115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4"/>
                  <a:pt x="369" y="3"/>
                  <a:pt x="3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400550" y="3800475"/>
            <a:ext cx="327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备份与恢复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400550" y="4086225"/>
            <a:ext cx="3276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本地快照随时存、随时回滚，误删一条也能找回来。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7962900" y="3667125"/>
            <a:ext cx="3543300" cy="1095375"/>
          </a:xfrm>
          <a:prstGeom prst="roundRect">
            <a:avLst>
              <a:gd name="adj" fmla="val 695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7962900" y="3667125"/>
            <a:ext cx="3543300" cy="1095375"/>
          </a:xfrm>
          <a:custGeom>
            <a:pathLst>
              <a:path w="372" h="115">
                <a:moveTo>
                  <a:pt x="364" y="0"/>
                </a:moveTo>
                <a:cubicBezTo>
                  <a:pt x="368" y="0"/>
                  <a:pt x="371" y="3"/>
                  <a:pt x="372" y="7"/>
                </a:cubicBezTo>
                <a:cubicBezTo>
                  <a:pt x="371" y="4"/>
                  <a:pt x="369" y="3"/>
                  <a:pt x="367" y="3"/>
                </a:cubicBezTo>
                <a:lnTo>
                  <a:pt x="5" y="3"/>
                </a:lnTo>
                <a:cubicBezTo>
                  <a:pt x="3" y="3"/>
                  <a:pt x="1" y="5"/>
                  <a:pt x="0" y="7"/>
                </a:cubicBezTo>
                <a:cubicBezTo>
                  <a:pt x="1" y="3"/>
                  <a:pt x="4" y="0"/>
                  <a:pt x="8" y="0"/>
                </a:cubicBezTo>
                <a:lnTo>
                  <a:pt x="364" y="0"/>
                </a:ln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96250" y="3800475"/>
            <a:ext cx="327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同步（可选开关）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096250" y="4086225"/>
            <a:ext cx="3276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走你自己的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GitHub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私有仓库或本地文件夹；三路合并，冲突绝不自动覆盖。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0075" y="4848225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00075" y="4848225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52475" y="5000625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一键体检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：设置里每一项能力都告诉你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能不能用、为什么、去哪修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"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没填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就说没填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Key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，模型没装就说没装，不允许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灰着但不解释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               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右图就是体检页的真实样子。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6" name="" descr="&lt;Slide style={{ background: '#0B1020', padding: 60 }}&gt;&#10;    &lt;Box style={{ flexDirection: 'row', justifyContent: 'space-between', alignItems: 'flex-end' }}&gt;&#10;        &lt;Text style={{ fontSize: 34, fontWeight: 'bold', color: '#FFFFFF' }}&gt;结果与证据：这些数字都跑得出来&lt;/Text&gt;&#10;        &lt;Text style={{ fontSize: 14, color: '#64748B' }}&gt;12 / 实测&lt;/Text&gt;&#10;    &lt;/Box&gt;&#10;    &lt;Box style={{ width: '100%', height: 1, background: 'rgba(34,211,238,0.4)', marginTop: 14 }} /&gt;&#10;&#10;    &lt;Box style={{ marginTop: 24 }}&gt;&#10;        &lt;svg width={1160} height={400} viewBox='0 0 1160 400' fontFamily='Microsoft YaHei'&gt;&#10;            &lt;g&gt;&#10;                &lt;rect x='0' y='0' width='372' height='180' rx='10' fill='#151B33' stroke='#334155' /&gt;&#10;                &lt;text x='24' y='34' fill='#22D3EE' fontSize='16' fontWeight='bold'&gt;解析一条通知&lt;/text&gt;&#10;                &lt;text x='24' y='74' fill='#FFFFFF' fontSize='30' fontWeight='bold'&gt;472 字 → 9 条&lt;/text&gt;&#10;                &lt;text x='24' y='108' fill='#94A3B8' fontSize='14'&gt;手打这 9 条约 5 分钟&lt;/text&gt;&#10;                &lt;text x='24' y='132' fill='#94A3B8' fontSize='14'&gt;现在：粘贴 + 点确认，约 20 秒&lt;/text&gt;&#10;                &lt;text x='24' y='160' fill='#64748B' fontSize='13'&gt;成本 ¥0.0026 / 次（DeepSeek 空闲时段）&lt;/text&gt;&#10;&#10;                &lt;rect x='394' y='0' width='372' height='180' rx='10' fill='#151B33' stroke='#334155' /&gt;&#10;                &lt;text x='418' y='34' fill='#22D3EE' fontSize='16' fontWeight='bold'&gt;检索&lt;/text&gt;&#10;                &lt;text x='418' y='74' fill='#FFFFFF' fontSize='30' fontWeight='bold'&gt;毫秒级&lt;/text&gt;&#10;                &lt;text x='418' y='108' fill='#94A3B8' fontSize='14'&gt;全文 / 语义检索都是毫秒级&lt;/text&gt;&#10;                &lt;text x='418' y='132' fill='#94A3B8' fontSize='14'&gt;本地向量模型首次加载 1.2 秒&lt;/text&gt;&#10;                &lt;text x='418' y='160' fill='#64748B' fontSize='13'&gt;语义命中相似度 51%–56%（83 条索引）&lt;/text&gt;&#10;&#10;                &lt;rect x='788' y='0' width='372' height='180' rx='10' fill='#151B33' stroke='#334155' /&gt;&#10;                &lt;text x='812' y='34' fill='#22D3EE' fontSize='16' fontWeight='bold'&gt;问答一次&lt;/text&gt;&#10;                &lt;text x='812' y='74' fill='#FFFFFF' fontSize='30' fontWeight='bold'&gt;2–5 秒&lt;/text&gt;&#10;                &lt;text x='812' y='108' fill='#94A3B8' fontSize='14'&gt;真实 Key 下：1 条直接命中 + 3 条引用&lt;/text&gt;&#10;                &lt;text x='812' y='132' fill='#94A3B8' fontSize='14'&gt;答案带 [1][2]，点开可核对&lt;/text&gt;&#10;                &lt;text x='812' y='160' fill='#64748B' fontSize='13'&gt;成本 ¥0.0045 / 次（两次模型调用）&lt;/text&gt;&#10;            &lt;/g&gt;&#10;&#10;            &lt;g&gt;&#10;                &lt;rect x='0' y='196' width='372' height='180' rx='10' fill='#151B33' stroke='#334155' /&gt;&#10;                &lt;text x='24' y='230' fill='#F0ABFC' fontSize='16' fontWeight='bold'&gt;信息流&lt;/text&gt;&#10;                &lt;text x='24' y='270' fill='#FFFFFF' fontSize='30' fontWeight='bold'&gt;60 / 75 条有正文&lt;/text&gt;&#10;                &lt;text x='24' y='304' fill='#94A3B8' fontSize='14'&gt;5 个来源 · 共 8.3 万字 · 平均 1,447 字&lt;/text&gt;&#10;                &lt;text x='24' y='330' fill='#64748B' fontSize='13'&gt;RSS 源零额外请求；网页源每域名间隔 1.5 秒&lt;/text&gt;&#10;                &lt;text x='24' y='352' fill='#64748B' fontSize='13'&gt;补抓 62 条约 2 分钟，之后新条目自动补&lt;/text&gt;&#10;&#10;                &lt;rect x='394' y='196' width='372' height='180' rx='10' fill='#151B33' stroke='#334155' /&gt;&#10;                &lt;text x='418' y='230' fill='#F0ABFC' fontSize='16' fontWeight='bold'&gt;代码量&lt;/text&gt;&#10;                &lt;text x='418' y='270' fill='#FFFFFF' fontSize='30' fontWeight='bold'&gt;20,849 行&lt;/text&gt;&#10;                &lt;text x='418' y='304' fill='#94A3B8' fontSize='14'&gt;TS/TSX 15,173 · Rust 484 · Python 5,192&lt;/text&gt;&#10;                &lt;text x='418' y='330' fill='#64748B' fontSize='13'&gt;运行时依赖 17 个，自检脚本 66 项全通过&lt;/text&gt;&#10;                &lt;text x='418' y='352' fill='#64748B' fontSize='13'&gt;安装包 27MB，常驻内存 34MB&lt;/text&gt;&#10;&#10;                &lt;rect x='788' y='196' width='372' height='180' rx='10' fill='#151B33' stroke='#334155' /&gt;&#10;                &lt;text x='812' y='230' fill='#F0ABFC' fontSize='16' fontWeight='bold'&gt;每月花多少&lt;/text&gt;&#10;                &lt;text x='812' y='270' fill='#FFFFFF' fontSize='30' fontWeight='bold'&gt;≈ ¥3 / 月&lt;/text&gt;&#10;                &lt;text x='812' y='304' fill='#94A3B8' fontSize='14'&gt;按每天 20 次解析 + 10 次问答算&lt;/text&gt;&#10;                &lt;text x='812' y='330' fill='#64748B' fontSize='13'&gt;关掉云端 = ¥0：全部走本地规则与本地向量&lt;/text&gt;&#10;                &lt;text x='812' y='352' fill='#64748B' fontSize='13'&gt;语义搜索默认关，装了才占 25MB&lt;/text&gt;&#10;            &lt;/g&gt;&#10;        &lt;/svg&gt;&#10;    &lt;/Box&gt;&#10;&#10;    &lt;Box style={{ marginTop: 12, padding: 16, background: '#151B33', borderRadius: 8, borderLeft: '3px solid #22D3EE' }}&gt;&#10;        &lt;Text style={{ fontSize: 18, color: '#E2E8F0', lineHeight: 1.5 }}&gt;&#10;            &lt;span style={{ fontWeight: 'bold', color: '#22D3EE' }}&gt;怎么验&lt;/span&gt;&#10;            ：三条命令就能跑起来（前端 / 桌面端 / 聚合服务各自独立），设置里的「一键体检」会直接把&quot;能不能用、为什么&quot;列出来 —— 上面这些数字都可以在你自己的机器上复现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结果与证据：这些数字都跑得出来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1058525" y="8001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12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实测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333500"/>
            <a:ext cx="11049000" cy="3810000"/>
          </a:xfrm>
          <a:prstGeom prst="rect">
            <a:avLst/>
          </a:prstGeom>
          <a:ln/>
        </p:spPr>
      </p:pic>
      <p:sp>
        <p:nvSpPr>
          <p:cNvPr id="102" name=""/>
          <p:cNvSpPr/>
          <p:nvPr/>
        </p:nvSpPr>
        <p:spPr>
          <a:xfrm rot="0" flipH="0" flipV="0">
            <a:off x="600075" y="525780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600075" y="525780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2475" y="541020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怎么验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：三条命令就能跑起来（前端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桌面端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聚合服务各自独立），设置里的「一键体检」会直接把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能不能用、为什么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列出来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上面这些数字都可以在你自己的机器上复现。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6" name="" descr="&lt;Slide style={{ background: '#0B1020', padding: 60 }}&gt;&#10;    &lt;Box style={{ flexDirection: 'row', justifyContent: 'space-between', alignItems: 'flex-end' }}&gt;&#10;        &lt;Text style={{ fontSize: 34, fontWeight: 'bold', color: '#FFFFFF' }}&gt;它是怎么搭起来的（一页说完）&lt;/Text&gt;&#10;        &lt;Text style={{ fontSize: 14, color: '#64748B' }}&gt;13 / 实现&lt;/Text&gt;&#10;    &lt;/Box&gt;&#10;    &lt;Box style={{ width: '100%', height: 1, background: 'rgba(34,211,238,0.4)', marginTop: 14 }} /&gt;&#10;&#10;    &lt;Box style={{ marginTop: 20 }}&gt;&#10;        &lt;svg width={1160} height={400} viewBox='0 0 1160 400' fontFamily='Microsoft YaHei'&gt;&#10;            &lt;text x='0' y='16' fill='#94A3B8' fontSize='14'&gt;左边是分层，右边是 AI 干活的三条固定链路&lt;/text&gt;&#10;&#10;            &lt;g&gt;&#10;                &lt;rect x='0' y='30' width='540' height='56' rx='8' fill='#151B33' stroke='#334155' /&gt;&#10;                &lt;text x='18' y='56' fill='#FFFFFF' fontSize='16' fontWeight='bold'&gt;界面层 · React 18 + TypeScript&lt;/text&gt;&#10;                &lt;text x='18' y='76' fill='#94A3B8' fontSize='13'&gt;今日 / 收集箱 / 草稿箱 / 日历 / 知识库 / 搜索 / 信息流 / 图谱&lt;/text&gt;&#10;&#10;                &lt;rect x='0' y='96' width='540' height='56' rx='8' fill='#151B33' stroke='#334155' /&gt;&#10;                &lt;text x='18' y='122' fill='#FFFFFF' fontSize='16' fontWeight='bold'&gt;应用层 · src/core（与界面解耦）&lt;/text&gt;&#10;                &lt;text x='18' y='142' fill='#94A3B8' fontSize='13'&gt;ai 编排　search 检索　repo 存储　sync 同步　aggregator 镜像&lt;/text&gt;&#10;&#10;                &lt;rect x='0' y='162' width='540' height='56' rx='8' fill='#151B33' stroke='#4F46E5' strokeDasharray='6 4' /&gt;&#10;                &lt;text x='18' y='188' fill='#FFFFFF' fontSize='16' fontWeight='bold'&gt;云端 AI（可选 · 可断开）&lt;/text&gt;&#10;                &lt;text x='18' y='208' fill='#94A3B8' fontSize='13'&gt;DeepSeek / Ollama / 自定义，走 OpenAI 兼容协议 —— 换模型只改地址&lt;/text&gt;&#10;&#10;                &lt;rect x='0' y='228' width='540' height='56' rx='8' fill='#151B33' stroke='#334155' /&gt;&#10;                &lt;text x='18' y='254' fill='#FFFFFF' fontSize='16' fontWeight='bold'&gt;本地 AI（离线也能跑）&lt;/text&gt;&#10;                &lt;text x='18' y='274' fill='#94A3B8' fontSize='13'&gt;transformers.js + bge-small-zh 向量　tesseract OCR　规则兜底&lt;/text&gt;&#10;&#10;                &lt;rect x='0' y='294' width='540' height='56' rx='8' fill='#151B33' stroke='#334155' /&gt;&#10;                &lt;text x='18' y='320' fill='#FFFFFF' fontSize='16' fontWeight='bold'&gt;本地存储&lt;/text&gt;&#10;                &lt;text x='18' y='340' fill='#94A3B8' fontSize='13'&gt;IndexedDB（Dexie v1→v4）· OPFS · 向量 512 维&lt;/text&gt;&#10;&#10;                &lt;rect x='0' y='360' width='540' height='40' rx='8' fill='#151B33' stroke='#334155' /&gt;&#10;                &lt;text x='18' y='385' fill='#94A3B8' fontSize='13'&gt;桌面壳 Rust 484 行（通知 / 托盘 / 悬浮窗）　聚合服务 Python（调度 → 抓取 → 去重 → 补正文）&lt;/text&gt;&#10;            &lt;/g&gt;&#10;&#10;            &lt;g&gt;&#10;                &lt;rect x='580' y='30' width='70' height='80' rx='8' fill='#4F46E5' /&gt;&#10;                &lt;text x='615' y='76' fill='#FFFFFF' fontSize='17' fontWeight='bold' textAnchor='middle'&gt;理解&lt;/text&gt;&#10;                &lt;rect x='664' y='30' width='145' height='80' rx='8' fill='#151B33' stroke='#334155' /&gt;&#10;                &lt;text x='736' y='62' fill='#E2E8F0' fontSize='14' textAnchor='middle'&gt;粘贴一段话&lt;/text&gt;&#10;                &lt;text x='736' y='86' fill='#94A3B8' fontSize='12' textAnchor='middle'&gt;472 字通知&lt;/text&gt;&#10;                &lt;path d='M815 70 L829 70' stroke='#475569' strokeWidth='2' /&gt;&#10;                &lt;rect x='833' y='30' width='145' height='80' rx='8' fill='#151B33' stroke='#4F46E5' /&gt;&#10;                &lt;text x='905' y='62' fill='#FFFFFF' fontSize='14' textAnchor='middle'&gt;模型输出 JSON&lt;/text&gt;&#10;                &lt;text x='905' y='86' fill='#94A3B8' fontSize='12' textAnchor='middle'&gt;校验 + 字段兜底&lt;/text&gt;&#10;                &lt;path d='M984 70 L998 70' stroke='#475569' strokeWidth='2' /&gt;&#10;                &lt;rect x='1002' y='30' width='145' height='80' rx='8' fill='#151B33' stroke='#334155' /&gt;&#10;                &lt;text x='1074' y='62' fill='#E2E8F0' fontSize='14' textAnchor='middle'&gt;进草稿箱&lt;/text&gt;&#10;                &lt;text x='1074' y='86' fill='#94A3B8' fontSize='12' textAnchor='middle'&gt;你确认才入库&lt;/text&gt;&#10;&#10;                &lt;rect x='580' y='150' width='70' height='80' rx='8' fill='#22D3EE' /&gt;&#10;                &lt;text x='615' y='196' fill='#0B1020' fontSize='17' fontWeight='bold' textAnchor='middle'&gt;检索&lt;/text&gt;&#10;                &lt;rect x='664' y='150' width='145' height='80' rx='8' fill='#151B33' stroke='#334155' /&gt;&#10;                &lt;text x='736' y='182' fill='#E2E8F0' fontSize='14' textAnchor='middle'&gt;问一句人话&lt;/text&gt;&#10;                &lt;text x='736' y='206' fill='#94A3B8' fontSize='12' textAnchor='middle'&gt;选课通知说了什么&lt;/text&gt;&#10;                &lt;path d='M815 190 L829 190' stroke='#475569' strokeWidth='2' /&gt;&#10;                &lt;rect x='833' y='150' width='145' height='80' rx='8' fill='#151B33' stroke='#22D3EE' /&gt;&#10;                &lt;text x='905' y='182' fill='#FFFFFF' fontSize='14' textAnchor='middle'&gt;本地执行检索&lt;/text&gt;&#10;                &lt;text x='905' y='206' fill='#94A3B8' fontSize='12' textAnchor='middle'&gt;全文 + 向量 + 范围&lt;/text&gt;&#10;                &lt;path d='M984 190 L998 190' stroke='#475569' strokeWidth='2' /&gt;&#10;                &lt;rect x='1002' y='150' width='145' height='80' rx='8' fill='#151B33' stroke='#334155' /&gt;&#10;                &lt;text x='1074' y='182' fill='#E2E8F0' fontSize='14' textAnchor='middle'&gt;总结成答案&lt;/text&gt;&#10;                &lt;text x='1074' y='206' fill='#94A3B8' fontSize='12' textAnchor='middle'&gt;带 [1][2] 引用&lt;/text&gt;&#10;&#10;                &lt;rect x='580' y='270' width='70' height='80' rx='8' fill='#F0ABFC' /&gt;&#10;                &lt;text x='615' y='316' fill='#0B1020' fontSize='17' fontWeight='bold' textAnchor='middle'&gt;聚合&lt;/text&gt;&#10;                &lt;rect x='664' y='270' width='145' height='80' rx='8' fill='#151B33' stroke='#334155' /&gt;&#10;                &lt;text x='736' y='302' fill='#E2E8F0' fontSize='14' textAnchor='middle'&gt;到点了自己抓&lt;/text&gt;&#10;                &lt;text x='736' y='326' fill='#94A3B8' fontSize='12' textAnchor='middle'&gt;robots · 限速 · 304&lt;/text&gt;&#10;                &lt;path d='M815 310 L829 310' stroke='#475569' strokeWidth='2' /&gt;&#10;                &lt;rect x='833' y='270' width='145' height='80' rx='8' fill='#151B33' stroke='#334155' /&gt;&#10;                &lt;text x='905' y='302' fill='#E2E8F0' fontSize='14' textAnchor='middle'&gt;去重 + 存库&lt;/text&gt;&#10;                &lt;text x='905' y='326' fill='#94A3B8' fontSize='12' textAnchor='middle'&gt;guid / url / 内容哈希&lt;/text&gt;&#10;                &lt;path d='M984 310 L998 310' stroke='#475569' strokeWidth='2' /&gt;&#10;                &lt;rect x='1002' y='270' width='145' height='80' rx='8' fill='#151B33' stroke='#F0ABFC' /&gt;&#10;                &lt;text x='1074' y='302' fill='#E2E8F0' fontSize='14' textAnchor='middle'&gt;补正文进索引&lt;/text&gt;&#10;                &lt;text x='1074' y='326' fill='#94A3B8' fontSize='12' textAnchor='middle'&gt;于是搜得到正文&lt;/text&gt;&#10;            &lt;/g&gt;&#10;        &lt;/svg&gt;&#10;    &lt;/Box&gt;&#10;&#10;    &lt;Box style={{ marginTop: 10, padding: 16, background: '#151B33', borderRadius: 8, borderLeft: '3px solid #22D3EE' }}&gt;&#10;        &lt;Text style={{ fontSize: 18, color: '#E2E8F0', lineHeight: 1.5 }}&gt;&#10;            &lt;span style={{ fontWeight: 'bold', color: '#22D3EE' }}&gt;就三条规矩&lt;/span&gt;&#10;            ：模型的输出必须是 JSON（先校验再用）· 结果一律进草稿箱等你确认（不直接改你的数据）· 云端每一条能力都配一条本地退路（没 Key 也能用）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它是怎么搭起来的（一页说完）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058525" y="8001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13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实现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295400"/>
            <a:ext cx="11049000" cy="3810000"/>
          </a:xfrm>
          <a:prstGeom prst="rect">
            <a:avLst/>
          </a:prstGeom>
          <a:ln/>
        </p:spPr>
      </p:pic>
      <p:sp>
        <p:nvSpPr>
          <p:cNvPr id="112" name=""/>
          <p:cNvSpPr/>
          <p:nvPr/>
        </p:nvSpPr>
        <p:spPr>
          <a:xfrm rot="0" flipH="0" flipV="0">
            <a:off x="600075" y="5200650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600075" y="5200650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52475" y="5353050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就三条规矩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：模型的输出必须是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（先校验再用）·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结果一律进草稿箱等你确认（不直接改你的数据）·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云端每一条能力都配一条本地退路（没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也能用）。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 style={{ background: '#0B1020', padding: 60 }}&gt;&#10;    &lt;Box style={{ flexDirection: 'row', justifyContent: 'space-between', alignItems: 'flex-end' }}&gt;&#10;        &lt;Text style={{ fontSize: 34, fontWeight: 'bold', color: '#FFFFFF' }}&gt;工程化：别人能跑起来，出错也有去处&lt;/Text&gt;&#10;        &lt;Text style={{ fontSize: 14, color: '#64748B' }}&gt;14 / 可靠性&lt;/Text&gt;&#10;    &lt;/Box&gt;&#10;    &lt;Box style={{ width: '100%', height: 1, background: 'rgba(34,211,238,0.4)', marginTop: 14 }} /&gt;&#10;&#10;    &lt;Box style={{ flexDirection: 'row', gap: 20, marginTop: 20 }}&gt;&#10;        &lt;Box style={{ width: 560 }}&gt;&#10;            &lt;Text style={{ fontSize: 19, fontWeight: 'bold', color: '#22D3EE' }}&gt;三条命令就能跑起来&lt;/Text&gt;&#10;            &lt;Box style={{ marginTop: 12, padding: 12, background: '#0F1428', borderRadius: 6, borderLeft: '3px solid #4F46E5' }}&gt;&#10;                &lt;Text style={{ fontSize: 13, color: '#A5B4FC', fontFamily: 'Consolas' }}&gt;cd personal-os &amp;amp;&amp;amp; npm install &amp;amp;&amp;amp; npm run dev&lt;/Text&gt;&#10;                &lt;Text style={{ fontSize: 13, color: '#64748B', marginTop: 4 }}&gt;网页版，零配置看到全部界面&lt;/Text&gt;&#10;            &lt;/Box&gt;&#10;            &lt;Box style={{ marginTop: 10, padding: 12, background: '#0F1428', borderRadius: 6, borderLeft: '3px solid #4F46E5' }}&gt;&#10;                &lt;Text style={{ fontSize: 13, color: '#A5B4FC', fontFamily: 'Consolas' }}&gt;npm run tauri:build &amp;amp;&amp;amp; npm run dist:portable&lt;/Text&gt;&#10;                &lt;Text style={{ fontSize: 13, color: '#64748B', marginTop: 4 }}&gt;桌面版：27MB 安装包 / 便携版 zip，双击即用&lt;/Text&gt;&#10;            &lt;/Box&gt;&#10;            &lt;Box style={{ marginTop: 10, padding: 12, background: '#0F1428', borderRadius: 6, borderLeft: '3px solid #4F46E5' }}&gt;&#10;                &lt;Text style={{ fontSize: 13, color: '#A5B4FC', fontFamily: 'Consolas' }}&gt;cd aggregator &amp;amp;&amp;amp; python main.py&lt;/Text&gt;&#10;                &lt;Text style={{ fontSize: 13, color: '#64748B', marginTop: 4 }}&gt;聚合服务：自动检查依赖并打开管理页&lt;/Text&gt;&#10;            &lt;/Box&gt;&#10;            &lt;Box style={{ marginTop: 12, flexDirection: 'row', gap: 12 }}&gt;&#10;                &lt;Box style={{ width: 172, padding: 12, background: '#151B33', borderRadius: 8 }}&gt;&#10;                    &lt;Text style={{ fontSize: 22, fontWeight: 'bold', color: '#FFFFFF' }}&gt;66 项&lt;/Text&gt;&#10;                    &lt;Text style={{ fontSize: 13, color: '#94A3B8', marginTop: 4 }}&gt;自检脚本全通过&lt;/Text&gt;&#10;                &lt;/Box&gt;&#10;                &lt;Box style={{ width: 172, padding: 12, background: '#151B33', borderRadius: 8 }}&gt;&#10;                    &lt;Text style={{ fontSize: 22, fontWeight: 'bold', color: '#FFFFFF' }}&gt;17 个&lt;/Text&gt;&#10;                    &lt;Text style={{ fontSize: 13, color: '#94A3B8', marginTop: 4 }}&gt;运行时依赖&lt;/Text&gt;&#10;                &lt;/Box&gt;&#10;                &lt;Box style={{ width: 172, padding: 12, background: '#151B33', borderRadius: 8 }}&gt;&#10;                    &lt;Text style={{ fontSize: 22, fontWeight: 'bold', color: '#FFFFFF' }}&gt;零外链&lt;/Text&gt;&#10;                    &lt;Text style={{ fontSize: 13, color: '#94A3B8', marginTop: 4 }}&gt;断网能打开&lt;/Text&gt;&#10;                &lt;/Box&gt;&#10;            &lt;/Box&gt;&#10;        &lt;/Box&gt;&#10;&#10;        &lt;Box style={{ width: 580 }}&gt;&#10;            &lt;Text style={{ fontSize: 19, fontWeight: 'bold', color: '#22D3EE' }}&gt;会出什么错 → 系统怎么处理&lt;/Text&gt;&#10;            &lt;Box style={{ marginTop: 12, gap: 8 }}&gt;&#10;                &lt;Box style={{ padding: 10, background: '#151B33', borderRadius: 6, borderLeft: '3px solid #F0ABFC' }}&gt;&#10;                    &lt;Text style={{ fontSize: 14, color: '#FFFFFF' }}&gt;没填 Key / 断网&lt;/Text&gt;&#10;                    &lt;Text style={{ fontSize: 13, color: '#94A3B8', marginTop: 3 }}&gt;主模型 → 本地 Ollama → 本地规则；界面直说&quot;本地规则生成&quot;&lt;/Text&gt;&#10;                &lt;/Box&gt;&#10;                &lt;Box style={{ padding: 10, background: '#151B33', borderRadius: 6, borderLeft: '3px solid #F0ABFC' }}&gt;&#10;                    &lt;Text style={{ fontSize: 14, color: '#FFFFFF' }}&gt;模型输出不是 JSON / 带代码围栏&lt;/Text&gt;&#10;                    &lt;Text style={{ fontSize: 13, color: '#94A3B8', marginTop: 3 }}&gt;剥围栏 → 白名单过滤 → 字段兜底；报错带服务端原文而不是只报状态码&lt;/Text&gt;&#10;                &lt;/Box&gt;&#10;                &lt;Box style={{ padding: 10, background: '#151B33', borderRadius: 6, borderLeft: '3px solid #F0ABFC' }}&gt;&#10;                    &lt;Text style={{ fontSize: 14, color: '#FFFFFF' }}&gt;抓取失败 / 超时&lt;/Text&gt;&#10;                    &lt;Text style={{ fontSize: 13, color: '#94A3B8', marginTop: 3 }}&gt;退避 1m→5m→15m→1h→4h；来源卡片显示健康状态与最近错误&lt;/Text&gt;&#10;                &lt;/Box&gt;&#10;                &lt;Box style={{ padding: 10, background: '#151B33', borderRadius: 6, borderLeft: '3px solid #F0ABFC' }}&gt;&#10;                    &lt;Text style={{ fontSize: 14, color: '#FFFFFF' }}&gt;连续失败 5 次&lt;/Text&gt;&#10;                    &lt;Text style={{ fontSize: 13, color: '#94A3B8', marginTop: 3 }}&gt;自动隔离，但可逆 —— 一键清零并立刻到期，不会&quot;悄悄死掉&quot;&lt;/Text&gt;&#10;                &lt;/Box&gt;&#10;                &lt;Box style={{ padding: 10, background: '#151B33', borderRadius: 6, borderLeft: '3px solid #F0ABFC' }}&gt;&#10;                    &lt;Text style={{ fontSize: 14, color: '#FFFFFF' }}&gt;聚合服务没启动 / robots 不允许&lt;/Text&gt;&#10;                    &lt;Text style={{ fontSize: 13, color: '#94A3B8', marginTop: 3 }}&gt;前者 1.5 秒快速失败、退回上次快照并标注时间；后者不重试，把原因写清楚&lt;/Text&gt;&#10;                &lt;/Box&gt;&#10;            &lt;/Box&gt;&#10;        &lt;/Box&gt;&#10;    &lt;/Box&gt;&#10;&#10;    &lt;Box style={{ marginTop: 12, padding: 16, background: '#151B33', borderRadius: 8, borderLeft: '3px solid #4F46E5' }}&gt;&#10;        &lt;Text style={{ fontSize: 18, color: '#E2E8F0', lineHeight: 1.5 }}&gt;&#10;            &lt;span style={{ fontWeight: 'bold', color: '#22D3EE' }}&gt;不允许&quot;灰着但不解释&quot;&lt;/span&gt;&#10;            ：每一项能力不可用都必须给出一句人话原因 + 修复入口。构建期还有个命令名静态比对脚本，把&quot;点了没反应&quot;这类只有运行时才暴露的静默失败提前拦掉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工程化：别人能跑起来，出错也有去处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0925175" y="800100"/>
            <a:ext cx="695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14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可靠性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71500" y="1295400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三条命令就能跑起来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0075" y="1628775"/>
            <a:ext cx="5334000" cy="571500"/>
          </a:xfrm>
          <a:prstGeom prst="roundRect">
            <a:avLst>
              <a:gd name="adj" fmla="val 10000"/>
            </a:avLst>
          </a:prstGeom>
          <a:solidFill>
            <a:srgbClr val="0F1428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0075" y="1628775"/>
            <a:ext cx="5334000" cy="571500"/>
          </a:xfrm>
          <a:custGeom>
            <a:pathLst>
              <a:path w="560" h="6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7"/>
                </a:lnTo>
                <a:cubicBezTo>
                  <a:pt x="3" y="58"/>
                  <a:pt x="4" y="60"/>
                  <a:pt x="5" y="60"/>
                </a:cubicBezTo>
                <a:cubicBezTo>
                  <a:pt x="2" y="60"/>
                  <a:pt x="0" y="57"/>
                  <a:pt x="0" y="5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14375" y="1743075"/>
            <a:ext cx="507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5B4FC"/>
                </a:solidFill>
                <a:latin typeface="Consolas"/>
                <a:ea typeface="Consolas"/>
              </a:rPr>
              <a:t>cd personal-os &amp;&amp; npm install &amp;&amp; npm run dev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14375" y="1933575"/>
            <a:ext cx="507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网页版，零配置看到全部界面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0075" y="2295525"/>
            <a:ext cx="5334000" cy="571500"/>
          </a:xfrm>
          <a:prstGeom prst="roundRect">
            <a:avLst>
              <a:gd name="adj" fmla="val 10000"/>
            </a:avLst>
          </a:prstGeom>
          <a:solidFill>
            <a:srgbClr val="0F1428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600075" y="2295525"/>
            <a:ext cx="5334000" cy="571500"/>
          </a:xfrm>
          <a:custGeom>
            <a:pathLst>
              <a:path w="560" h="6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7"/>
                </a:lnTo>
                <a:cubicBezTo>
                  <a:pt x="3" y="58"/>
                  <a:pt x="4" y="60"/>
                  <a:pt x="5" y="60"/>
                </a:cubicBezTo>
                <a:cubicBezTo>
                  <a:pt x="2" y="60"/>
                  <a:pt x="0" y="57"/>
                  <a:pt x="0" y="5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14375" y="2409825"/>
            <a:ext cx="507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5B4FC"/>
                </a:solidFill>
                <a:latin typeface="Consolas"/>
                <a:ea typeface="Consolas"/>
              </a:rPr>
              <a:t>npm run tauri:build &amp;&amp; npm run dist:portable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14375" y="2600325"/>
            <a:ext cx="507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桌面版：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27MB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安装包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便携版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 zip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，双击即用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0075" y="2962275"/>
            <a:ext cx="5334000" cy="571500"/>
          </a:xfrm>
          <a:prstGeom prst="roundRect">
            <a:avLst>
              <a:gd name="adj" fmla="val 10000"/>
            </a:avLst>
          </a:prstGeom>
          <a:solidFill>
            <a:srgbClr val="0F1428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00075" y="2962275"/>
            <a:ext cx="5334000" cy="571500"/>
          </a:xfrm>
          <a:custGeom>
            <a:pathLst>
              <a:path w="560" h="6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7"/>
                </a:lnTo>
                <a:cubicBezTo>
                  <a:pt x="3" y="58"/>
                  <a:pt x="4" y="60"/>
                  <a:pt x="5" y="60"/>
                </a:cubicBezTo>
                <a:cubicBezTo>
                  <a:pt x="2" y="60"/>
                  <a:pt x="0" y="57"/>
                  <a:pt x="0" y="5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14375" y="3076575"/>
            <a:ext cx="507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A5B4FC"/>
                </a:solidFill>
                <a:latin typeface="Consolas"/>
                <a:ea typeface="Consolas"/>
              </a:rPr>
              <a:t>cd aggregator &amp;&amp; python main.py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14375" y="3267075"/>
            <a:ext cx="5076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聚合服务：自动检查依赖并打开管理页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71500" y="3648075"/>
            <a:ext cx="1638300" cy="676275"/>
          </a:xfrm>
          <a:prstGeom prst="roundRect">
            <a:avLst>
              <a:gd name="adj" fmla="val 11268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85800" y="3762375"/>
            <a:ext cx="1409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66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5800" y="405765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自检脚本全通过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2324100" y="3648075"/>
            <a:ext cx="1638300" cy="676275"/>
          </a:xfrm>
          <a:prstGeom prst="roundRect">
            <a:avLst>
              <a:gd name="adj" fmla="val 11268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438400" y="3762375"/>
            <a:ext cx="1409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438400" y="405765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运行时依赖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076700" y="3648075"/>
            <a:ext cx="1638300" cy="676275"/>
          </a:xfrm>
          <a:prstGeom prst="roundRect">
            <a:avLst>
              <a:gd name="adj" fmla="val 11268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0" y="3762375"/>
            <a:ext cx="1409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零外链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191000" y="4057650"/>
            <a:ext cx="1409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断网能打开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0" y="1295400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会出什么错</a:t>
            </a: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系统怎么处理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124575" y="162877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6124575" y="162877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219825" y="172402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没填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Key /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断网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219825" y="191452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主模型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Ollama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本地规则；界面直说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本地规则生成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124575" y="223837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124575" y="223837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219825" y="233362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模型输出不是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JSON /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带代码围栏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219825" y="252412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剥围栏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白名单过滤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字段兜底；报错带服务端原文而不是只报状态码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124575" y="284797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124575" y="284797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219825" y="294322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抓取失败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219825" y="313372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退避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1m→5m→15m→1h→4h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；来源卡片显示健康状态与最近错误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124575" y="345757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124575" y="345757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219825" y="355282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连续失败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219825" y="374332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自动隔离，但可逆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一键清零并立刻到期，不会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悄悄死掉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124575" y="406717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124575" y="406717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219825" y="416242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聚合服务没启动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/ robots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不允许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219825" y="435292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前者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1.5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秒快速失败、退回上次快照并标注时间；后者不重试，把原因写清楚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0075" y="4714875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600075" y="4714875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52475" y="4867275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不允许</a:t>
            </a: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灰着但不解释</a:t>
            </a: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：每一项能力不可用都必须给出一句人话原因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修复入口。构建期还有个命令名静态比对脚本，把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点了没反应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这类只有运行时才暴露的静默失败提前拦掉。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68" name="" descr="&lt;Slide style={{ background: '#0B1020', padding: 60 }}&gt;&#10;    &lt;Box style={{ flexDirection: 'row', justifyContent: 'space-between', alignItems: 'flex-end' }}&gt;&#10;        &lt;Text style={{ fontSize: 34, fontWeight: 'bold', color: '#FFFFFF' }}&gt;成本、性能与取舍&lt;/Text&gt;&#10;        &lt;Text style={{ fontSize: 14, color: '#64748B' }}&gt;15 / 取舍&lt;/Text&gt;&#10;    &lt;/Box&gt;&#10;    &lt;Box style={{ width: '100%', height: 1, background: 'rgba(34,211,238,0.4)', marginTop: 14 }} /&gt;&#10;&#10;    &lt;Box style={{ flexDirection: 'row', gap: 20, marginTop: 22 }}&gt;&#10;        &lt;Box style={{ width: 560 }}&gt;&#10;            &lt;Text style={{ fontSize: 19, fontWeight: 'bold', color: '#22D3EE' }}&gt;要花多少钱&lt;/Text&gt;&#10;            &lt;Box style={{ marginTop: 12, gap: 8 }}&gt;&#10;                &lt;Box style={{ flexDirection: 'row', justifyContent: 'space-between', padding: 12, background: '#151B33', borderRadius: 6 }}&gt;&#10;                    &lt;Text style={{ fontSize: 15, color: '#E2E8F0' }}&gt;解析一次（一条通知 → 多条）&lt;/Text&gt;&#10;                    &lt;Text style={{ fontSize: 15, color: '#22D3EE', fontWeight: 'bold' }}&gt;¥0.0026&lt;/Text&gt;&#10;                &lt;/Box&gt;&#10;                &lt;Box style={{ flexDirection: 'row', justifyContent: 'space-between', padding: 12, background: '#151B33', borderRadius: 6 }}&gt;&#10;                    &lt;Text style={{ fontSize: 15, color: '#E2E8F0' }}&gt;问答一次（两次模型调用）&lt;/Text&gt;&#10;                    &lt;Text style={{ fontSize: 15, color: '#22D3EE', fontWeight: 'bold' }}&gt;¥0.0045&lt;/Text&gt;&#10;                &lt;/Box&gt;&#10;                &lt;Box style={{ flexDirection: 'row', justifyContent: 'space-between', padding: 12, background: '#151B33', borderRadius: 6 }}&gt;&#10;                    &lt;Text style={{ fontSize: 15, color: '#E2E8F0' }}&gt;每天 20 次解析 + 10 次问答&lt;/Text&gt;&#10;                    &lt;Text style={{ fontSize: 15, color: '#22D3EE', fontWeight: 'bold' }}&gt;≈ ¥3 / 月&lt;/Text&gt;&#10;                &lt;/Box&gt;&#10;                &lt;Box style={{ flexDirection: 'row', justifyContent: 'space-between', padding: 12, background: '#151B33', borderRadius: 6 }}&gt;&#10;                    &lt;Text style={{ fontSize: 15, color: '#E2E8F0' }}&gt;关掉云端（本地规则 + 本地向量）&lt;/Text&gt;&#10;                    &lt;Text style={{ fontSize: 15, color: '#22D3EE', fontWeight: 'bold' }}&gt;¥0&lt;/Text&gt;&#10;                &lt;/Box&gt;&#10;            &lt;/Box&gt;&#10;            &lt;Text style={{ fontSize: 14, color: '#64748B', marginTop: 12, lineHeight: 1.6 }}&gt;&#10;                按 DeepSeek 峰谷价的空闲时段估算。只有&quot;命中的那几段&quot;会发给模型，从不上传全库；关掉 Key 之后应用照常可用。&#10;            &lt;/Text&gt;&#10;        &lt;/Box&gt;&#10;&#10;        &lt;Box style={{ width: 580 }}&gt;&#10;            &lt;Text style={{ fontSize: 19, fontWeight: 'bold', color: '#22D3EE' }}&gt;当前瓶颈 → 怎么优化&lt;/Text&gt;&#10;            &lt;Box style={{ marginTop: 12, gap: 8 }}&gt;&#10;                &lt;Box style={{ padding: 10, background: '#151B33', borderRadius: 6, borderLeft: '3px solid #F0ABFC' }}&gt;&#10;                    &lt;Text style={{ fontSize: 14, color: '#FFFFFF' }}&gt;索引逐条构建（30–60 ms/条）&lt;/Text&gt;&#10;                    &lt;Text style={{ fontSize: 13, color: '#94A3B8', marginTop: 3 }}&gt;→ 改批量推理，提速 3–5 倍；同时已用&quot;可选 + 条数上限&quot;缓解&lt;/Text&gt;&#10;                &lt;/Box&gt;&#10;                &lt;Box style={{ padding: 10, background: '#151B33', borderRadius: 6, borderLeft: '3px solid #F0ABFC' }}&gt;&#10;                    &lt;Text style={{ fontSize: 14, color: '#FFFFFF' }}&gt;向量检索是线性扫描&lt;/Text&gt;&#10;                    &lt;Text style={{ fontSize: 13, color: '#94A3B8', marginTop: 3 }}&gt;→ 当前量级（几百条）无感；上万条后引入 HNSW&lt;/Text&gt;&#10;                &lt;/Box&gt;&#10;                &lt;Box style={{ padding: 10, background: '#151B33', borderRadius: 6, borderLeft: '3px solid #F0ABFC' }}&gt;&#10;                    &lt;Text style={{ fontSize: 14, color: '#FFFFFF' }}&gt;问答两次调用串行（2–5 秒）&lt;/Text&gt;&#10;                    &lt;Text style={{ fontSize: 13, color: '#94A3B8', marginTop: 3 }}&gt;→ 改流式输出，首字延迟压到 1 秒内&lt;/Text&gt;&#10;                &lt;/Box&gt;&#10;                &lt;Box style={{ padding: 10, background: '#151B33', borderRadius: 6, borderLeft: '3px solid #F0ABFC' }}&gt;&#10;                    &lt;Text style={{ fontSize: 14, color: '#FFFFFF' }}&gt;计算都在主线程&lt;/Text&gt;&#10;                    &lt;Text style={{ fontSize: 13, color: '#94A3B8', marginTop: 3 }}&gt;→ 搬进 Web Worker，建索引时界面不再卡&lt;/Text&gt;&#10;                &lt;/Box&gt;&#10;                &lt;Box style={{ padding: 10, background: '#151B33', borderRadius: 6, borderLeft: '3px solid #F0ABFC' }}&gt;&#10;                    &lt;Text style={{ fontSize: 14, color: '#FFFFFF' }}&gt;正文抓取是串行的&lt;/Text&gt;&#10;                    &lt;Text style={{ fontSize: 13, color: '#94A3B8', marginTop: 3 }}&gt;→ 按域名并发；但对源站的压力要控制，不能一味求快&lt;/Text&gt;&#10;                &lt;/Box&gt;&#10;            &lt;/Box&gt;&#10;        &lt;/Box&gt;&#10;    &lt;/Box&gt;&#10;&#10;    &lt;Box style={{ marginTop: 12, padding: 16, background: '#151B33', borderRadius: 8, borderLeft: '3px solid #4F46E5' }}&gt;&#10;        &lt;Text style={{ fontSize: 18, color: '#E2E8F0', lineHeight: 1.5 }}&gt;&#10;            &lt;span style={{ fontWeight: 'bold', color: '#22D3EE' }}&gt;已经做过的取舍&lt;/span&gt;&#10;            ：语义搜索设为可选、默认关（25MB 模型 + 建索引耗时），把&quot;想不起用词&quot;这个高频需求交给更便宜的查询改写；聚合抓取宁可慢也不催源站。&#10;        &lt;/Text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成本、性能与取舍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58525" y="8001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15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取舍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71500" y="1314450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要花多少钱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571500" y="1647825"/>
            <a:ext cx="5334000" cy="400050"/>
          </a:xfrm>
          <a:prstGeom prst="roundRect">
            <a:avLst>
              <a:gd name="adj" fmla="val 1428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85800" y="1762125"/>
            <a:ext cx="1943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解析一次（一条通知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多条）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219700" y="1762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¥0.0026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571500" y="2124075"/>
            <a:ext cx="5334000" cy="400050"/>
          </a:xfrm>
          <a:prstGeom prst="roundRect">
            <a:avLst>
              <a:gd name="adj" fmla="val 1428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22383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问答一次（两次模型调用）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219700" y="22383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¥0.0045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71500" y="2600325"/>
            <a:ext cx="5334000" cy="400050"/>
          </a:xfrm>
          <a:prstGeom prst="roundRect">
            <a:avLst>
              <a:gd name="adj" fmla="val 1428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85800" y="2714625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每天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次解析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 + 10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次问答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162550" y="2714625"/>
            <a:ext cx="628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≈ ¥3 / </a:t>
            </a:r>
            <a:r>
              <a:rPr lang="zh-CN" sz="1125" b="1">
                <a:solidFill>
                  <a:srgbClr val="22D3EE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71500" y="3076575"/>
            <a:ext cx="5334000" cy="400050"/>
          </a:xfrm>
          <a:prstGeom prst="roundRect">
            <a:avLst>
              <a:gd name="adj" fmla="val 1428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3190875"/>
            <a:ext cx="2200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关掉云端（本地规则</a:t>
            </a:r>
            <a:r>
              <a:rPr lang="en-US" sz="1125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本地向量）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610225" y="3190875"/>
            <a:ext cx="18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2D3EE"/>
                </a:solidFill>
                <a:latin typeface="Microsoft YaHei"/>
                <a:ea typeface="Microsoft YaHei"/>
              </a:rPr>
              <a:t>¥0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71500" y="3590925"/>
            <a:ext cx="5334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DeepSeek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峰谷价的空闲时段估算。只有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命中的那几段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会发给模型，从不上传全库；关掉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之后应用照常可用。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0" y="1314450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当前瓶颈</a:t>
            </a: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怎么优化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124575" y="164782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124575" y="164782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219825" y="17430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索引逐条构建（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30–60 ms/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条）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219825" y="193357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改批量推理，提速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3–5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倍；同时已用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可选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条数上限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缓解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124575" y="225742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124575" y="225742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219825" y="23526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向量检索是线性扫描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219825" y="254317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当前量级（几百条）无感；上万条后引入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HNSW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124575" y="286702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6124575" y="286702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219825" y="29622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问答两次调用串行（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2–5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秒）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219825" y="315277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改流式输出，首字延迟压到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秒内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124575" y="347662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6124575" y="347662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219825" y="35718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计算都在主线程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219825" y="376237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搬进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Web Worker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，建索引时界面不再卡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124575" y="4086225"/>
            <a:ext cx="5524500" cy="533400"/>
          </a:xfrm>
          <a:prstGeom prst="roundRect">
            <a:avLst>
              <a:gd name="adj" fmla="val 10714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124575" y="4086225"/>
            <a:ext cx="5524500" cy="533400"/>
          </a:xfrm>
          <a:custGeom>
            <a:pathLst>
              <a:path w="580" h="5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53"/>
                </a:lnTo>
                <a:cubicBezTo>
                  <a:pt x="3" y="54"/>
                  <a:pt x="4" y="56"/>
                  <a:pt x="5" y="56"/>
                </a:cubicBezTo>
                <a:cubicBezTo>
                  <a:pt x="2" y="56"/>
                  <a:pt x="0" y="53"/>
                  <a:pt x="0" y="5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219825" y="41814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正文抓取是串行的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219825" y="4371975"/>
            <a:ext cx="5305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按域名并发；但对源站的压力要控制，不能一味求快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0075" y="4733925"/>
            <a:ext cx="11049000" cy="923925"/>
          </a:xfrm>
          <a:prstGeom prst="roundRect">
            <a:avLst>
              <a:gd name="adj" fmla="val 8247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600075" y="4733925"/>
            <a:ext cx="11049000" cy="923925"/>
          </a:xfrm>
          <a:custGeom>
            <a:pathLst>
              <a:path w="1160" h="97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92"/>
                </a:lnTo>
                <a:cubicBezTo>
                  <a:pt x="3" y="94"/>
                  <a:pt x="5" y="96"/>
                  <a:pt x="7" y="97"/>
                </a:cubicBezTo>
                <a:cubicBezTo>
                  <a:pt x="3" y="96"/>
                  <a:pt x="0" y="93"/>
                  <a:pt x="0" y="89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52475" y="4886325"/>
            <a:ext cx="107156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已经做过的取舍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：语义搜索设为可选、默认关（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25MB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模型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建索引耗时），把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想不起用词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这个高频需求交给更便宜的查询改写；聚合抓取宁可慢也不催源站。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2" name="" descr="&lt;Slide style={{ background: '#0B1020', padding: 60 }}&gt;&#10;    &lt;Box style={{ flexDirection: 'row', justifyContent: 'space-between', alignItems: 'flex-end' }}&gt;&#10;        &lt;Text style={{ fontSize: 34, fontWeight: 'bold', color: '#FFFFFF' }}&gt;总结与不足&lt;/Text&gt;&#10;        &lt;Text style={{ fontSize: 14, color: '#64748B' }}&gt;16 / 收尾&lt;/Text&gt;&#10;    &lt;/Box&gt;&#10;    &lt;Box style={{ width: '100%', height: 1, background: 'rgba(34,211,238,0.4)', marginTop: 14 }} /&gt;&#10;&#10;    &lt;Box style={{ flexDirection: 'row', gap: 20, marginTop: 22 }}&gt;&#10;        &lt;Box style={{ width: 560 }}&gt;&#10;            &lt;Text style={{ fontSize: 19, fontWeight: 'bold', color: '#22D3EE' }}&gt;做到了什么（都能当场验）&lt;/Text&gt;&#10;            &lt;Box style={{ marginTop: 12, gap: 8 }}&gt;&#10;                &lt;Box style={{ padding: 10, background: '#151B33', borderRadius: 6, borderLeft: '3px solid #22D3EE' }}&gt;&#10;                    &lt;Text style={{ fontSize: 14, color: '#E2E8F0' }}&gt;472 字通知 → 9 条带时间地点的草稿，确认才入库&lt;/Text&gt;&#10;                &lt;/Box&gt;&#10;                &lt;Box style={{ padding: 10, background: '#151B33', borderRadius: 6, borderLeft: '3px solid #22D3EE' }}&gt;&#10;                    &lt;Text style={{ fontSize: 14, color: '#E2E8F0' }}&gt;忘了原话也能搜到：60/75 条订阅正文进了索引&lt;/Text&gt;&#10;                &lt;/Box&gt;&#10;                &lt;Box style={{ padding: 10, background: '#151B33', borderRadius: 6, borderLeft: '3px solid #22D3EE' }}&gt;&#10;                    &lt;Text style={{ fontSize: 14, color: '#E2E8F0' }}&gt;问一句有答案 + [1][2] 引用，点开就是原文&lt;/Text&gt;&#10;                &lt;/Box&gt;&#10;                &lt;Box style={{ padding: 10, background: '#151B33', borderRadius: 6, borderLeft: '3px solid #22D3EE' }}&gt;&#10;                    &lt;Text style={{ fontSize: 14, color: '#E2E8F0' }}&gt;断网 / 没 Key 时核心功能仍可用，且说清降级到哪一步&lt;/Text&gt;&#10;                &lt;/Box&gt;&#10;                &lt;Box style={{ padding: 10, background: '#151B33', borderRadius: 6, borderLeft: '3px solid #22D3EE' }}&gt;&#10;                    &lt;Text style={{ fontSize: 14, color: '#E2E8F0' }}&gt;工程闭环：66 项自检 · 抓取日志 · 能力体检 · 诊断包（不含用户数据）&lt;/Text&gt;&#10;                &lt;/Box&gt;&#10;            &lt;/Box&gt;&#10;        &lt;/Box&gt;&#10;&#10;        &lt;Box style={{ width: 580 }}&gt;&#10;            &lt;Text style={{ fontSize: 19, fontWeight: 'bold', color: '#F0ABFC' }}&gt;还没解决的&lt;/Text&gt;&#10;            &lt;Box style={{ marginTop: 12, gap: 8 }}&gt;&#10;                &lt;Box style={{ padding: 10, background: '#151B33', borderRadius: 6, borderLeft: '3px solid #F0ABFC' }}&gt;&#10;                    &lt;Text style={{ fontSize: 14, color: '#E2E8F0' }}&gt;语义索引串行构建，上千条要数分钟（已用&quot;可选 + 上限&quot;缓解，未根治）&lt;/Text&gt;&#10;                &lt;/Box&gt;&#10;                &lt;Box style={{ padding: 10, background: '#151B33', borderRadius: 6, borderLeft: '3px solid #F0ABFC' }}&gt;&#10;                    &lt;Text style={{ fontSize: 14, color: '#E2E8F0' }}&gt;手机上没有语义搜索，信息流也读不到本机服务&lt;/Text&gt;&#10;                &lt;/Box&gt;&#10;                &lt;Box style={{ padding: 10, background: '#151B33', borderRadius: 6, borderLeft: '3px solid #F0ABFC' }}&gt;&#10;                    &lt;Text style={{ fontSize: 14, color: '#E2E8F0' }}&gt;13 条抓取失败是 robots 不允许 —— 该不该放行得你决定，不该我替你决定&lt;/Text&gt;&#10;                &lt;/Box&gt;&#10;                &lt;Box style={{ padding: 10, background: '#151B33', borderRadius: 6, borderLeft: '3px solid #F0ABFC' }}&gt;&#10;                    &lt;Text style={{ fontSize: 14, color: '#E2E8F0' }}&gt;同步是全量快照而非增量；也还没有可复现的自动化 Benchmark&lt;/Text&gt;&#10;                &lt;/Box&gt;&#10;                &lt;Box style={{ padding: 10, background: '#151B33', borderRadius: 6, borderLeft: '3px solid #4F46E5' }}&gt;&#10;                    &lt;Text style={{ fontSize: 14, color: '#22D3EE' }}&gt;下一步&lt;/Text&gt;&#10;                    &lt;Text style={{ fontSize: 14, color: '#E2E8F0', marginTop: 3 }}&gt;批量推理 + Web Worker → HNSW → 问答流式输出 → 增量同步 → 补 Benchmark 脚本&lt;/Text&gt;&#10;                &lt;/Box&gt;&#10;            &lt;/Box&gt;&#10;        &lt;/Box&gt;&#10;    &lt;/Box&gt;&#10;&#10;    &lt;Text style={{ fontSize: 14, color: '#64748B', position: 'absolute', left: 60, top: 670 }}&gt;个人工作台 · v0.2.0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71500" y="57150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总结与不足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058525" y="800100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16 /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收尾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71500" y="1095375"/>
            <a:ext cx="11049000" cy="9525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1500" y="1314450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做到了什么（都能当场验）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0075" y="1647825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600075" y="1647825"/>
            <a:ext cx="5334000" cy="352425"/>
          </a:xfrm>
          <a:custGeom>
            <a:pathLst>
              <a:path w="56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95325" y="174307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472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字通知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9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条带时间地点的草稿，确认才入库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0075" y="2076450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600075" y="2076450"/>
            <a:ext cx="5334000" cy="352425"/>
          </a:xfrm>
          <a:custGeom>
            <a:pathLst>
              <a:path w="56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95325" y="2171700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忘了原话也能搜到：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60/75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条订阅正文进了索引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0075" y="2505075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00075" y="2505075"/>
            <a:ext cx="5334000" cy="352425"/>
          </a:xfrm>
          <a:custGeom>
            <a:pathLst>
              <a:path w="56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95325" y="260032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问一句有答案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[1][2]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引用，点开就是原文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00075" y="2933700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00075" y="2933700"/>
            <a:ext cx="5334000" cy="352425"/>
          </a:xfrm>
          <a:custGeom>
            <a:pathLst>
              <a:path w="56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95325" y="3028950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断网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没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时核心功能仍可用，且说清降级到哪一步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0075" y="3362325"/>
            <a:ext cx="53340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0075" y="3362325"/>
            <a:ext cx="5334000" cy="352425"/>
          </a:xfrm>
          <a:custGeom>
            <a:pathLst>
              <a:path w="56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95325" y="345757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工程闭环：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66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项自检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抓取日志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能力体检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诊断包（不含用户数据）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0" y="1314450"/>
            <a:ext cx="552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0ABFC"/>
                </a:solidFill>
                <a:latin typeface="Microsoft YaHei"/>
                <a:ea typeface="Microsoft YaHei"/>
              </a:rPr>
              <a:t>还没解决的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124575" y="1647825"/>
            <a:ext cx="55245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6124575" y="1647825"/>
            <a:ext cx="5524500" cy="352425"/>
          </a:xfrm>
          <a:custGeom>
            <a:pathLst>
              <a:path w="58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219825" y="17430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语义索引串行构建，上千条要数分钟（已用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可选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上限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缓解，未根治）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124575" y="2076450"/>
            <a:ext cx="55245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124575" y="2076450"/>
            <a:ext cx="5524500" cy="352425"/>
          </a:xfrm>
          <a:custGeom>
            <a:pathLst>
              <a:path w="58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219825" y="2171700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手机上没有语义搜索，信息流也读不到本机服务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124575" y="2505075"/>
            <a:ext cx="55245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124575" y="2505075"/>
            <a:ext cx="5524500" cy="352425"/>
          </a:xfrm>
          <a:custGeom>
            <a:pathLst>
              <a:path w="58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219825" y="260032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13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条抓取失败是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robots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不允许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该不该放行得你决定，不该我替你决定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124575" y="2933700"/>
            <a:ext cx="5524500" cy="352425"/>
          </a:xfrm>
          <a:prstGeom prst="roundRect">
            <a:avLst>
              <a:gd name="adj" fmla="val 16216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124575" y="2933700"/>
            <a:ext cx="5524500" cy="352425"/>
          </a:xfrm>
          <a:custGeom>
            <a:pathLst>
              <a:path w="580" h="37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34"/>
                </a:lnTo>
                <a:cubicBezTo>
                  <a:pt x="3" y="35"/>
                  <a:pt x="4" y="37"/>
                  <a:pt x="5" y="37"/>
                </a:cubicBezTo>
                <a:cubicBezTo>
                  <a:pt x="2" y="37"/>
                  <a:pt x="0" y="34"/>
                  <a:pt x="0" y="3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0ABF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219825" y="3028950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同步是全量快照而非增量；也还没有可复现的自动化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Benchmark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124575" y="3362325"/>
            <a:ext cx="5524500" cy="704850"/>
          </a:xfrm>
          <a:prstGeom prst="roundRect">
            <a:avLst>
              <a:gd name="adj" fmla="val 8108"/>
            </a:avLst>
          </a:prstGeom>
          <a:solidFill>
            <a:srgbClr val="151B33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124575" y="3362325"/>
            <a:ext cx="5524500" cy="704850"/>
          </a:xfrm>
          <a:custGeom>
            <a:pathLst>
              <a:path w="580" h="74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71"/>
                </a:lnTo>
                <a:cubicBezTo>
                  <a:pt x="3" y="72"/>
                  <a:pt x="4" y="74"/>
                  <a:pt x="5" y="74"/>
                </a:cubicBezTo>
                <a:cubicBezTo>
                  <a:pt x="2" y="74"/>
                  <a:pt x="0" y="71"/>
                  <a:pt x="0" y="6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4F46E5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219825" y="3457575"/>
            <a:ext cx="530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219825" y="3648075"/>
            <a:ext cx="530542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批量推理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Web Worker → HNSW →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问答流式输出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增量同步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补</a:t>
            </a:r>
            <a:r>
              <a:rPr lang="en-US" sz="1050">
                <a:solidFill>
                  <a:srgbClr val="E2E8F0"/>
                </a:solidFill>
                <a:latin typeface="Microsoft YaHei"/>
                <a:ea typeface="Microsoft YaHei"/>
              </a:rPr>
              <a:t xml:space="preserve"> Benchmark </a:t>
            </a:r>
            <a:r>
              <a:rPr lang="zh-CN" sz="1050">
                <a:solidFill>
                  <a:srgbClr val="E2E8F0"/>
                </a:solidFill>
                <a:latin typeface="Microsoft YaHei"/>
                <a:ea typeface="Microsoft YaHei"/>
              </a:rPr>
              <a:t>脚本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571500" y="63817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个人工作台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v0.2.0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style={{ background: '#0B1020', padding: 0 }}&gt;&#10;    &lt;Box style={{ position: 'absolute', left: 0, top: 0, width: 1280, height: 720, background: 'linear-gradient(120deg, #1E1B4B 0%, #0B1020 60%)' }} /&gt;&#10;    &lt;Box style={{ position: 'absolute', right: 120, top: 160, width: 260, height: 260, borderRadius: 130, background: 'rgba(34,211,238,0.16)' }} /&gt;&#10;    &lt;Box style={{ position: 'absolute', right: 300, top: 400, width: 150, height: 150, borderRadius: 75, background: 'rgba(79,70,229,0.20)' }} /&gt;&#10;&#10;    &lt;Box style={{ position: 'absolute', left: 90, top: 230, width: 700 }}&gt;&#10;        &lt;Text style={{ fontSize: 40, fontWeight: 'bold', color: '#FFFFFF', lineHeight: 1.45 }}&gt;&#10;            让 AI 在你的数据上干活，&#10;            &lt;br /&gt;&#10;            而不是把你的数据交给 AI&#10;        &lt;/Text&gt;&#10;        &lt;Box style={{ width: 90, height: 4, background: '#22D3EE', marginTop: 26 }} /&gt;&#10;        &lt;Text style={{ fontSize: 19, color: '#94A3B8', lineHeight: 1.8, marginTop: 24 }}&gt;&#10;            记：随手粘贴，AI 拆成条目，你点头才算数&lt;br /&gt;&#10;            找：三种检索，连订阅来的正文一起搜&lt;br /&gt;&#10;            收：给个网址，之后它自己去抓&#10;        &lt;/Text&gt;&#10;        &lt;Text style={{ fontSize: 16, color: '#64748B', marginTop: 38 }}&gt;github.com/wzsl07/personal-workspace　·　MIT　·　v0.2.0&lt;/Text&gt;&#10;        &lt;Text style={{ fontSize: 22, color: '#22D3EE', marginTop: 12 }}&gt;谢谢，请指正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020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1B4B"/>
              </a:gs>
              <a:gs pos="60000">
                <a:srgbClr val="0B1020"/>
              </a:gs>
            </a:gsLst>
            <a:lin ang="1800000" scaled="1"/>
          </a:gra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8572500" y="1524000"/>
            <a:ext cx="2476500" cy="2476500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7905750" y="3810000"/>
            <a:ext cx="1428750" cy="1428750"/>
          </a:xfrm>
          <a:prstGeom prst="roundRect">
            <a:avLst>
              <a:gd name="adj" fmla="val 50000"/>
            </a:avLst>
          </a:prstGeom>
          <a:solidFill>
            <a:srgbClr val="4F46E5">
              <a:alpha val="20000"/>
            </a:srgbClr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57250" y="2190750"/>
            <a:ext cx="6667500" cy="1333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让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在你的数据上干活，</a:t>
            </a:r>
            <a:endParaRPr/>
          </a:p>
          <a:p>
            <a:pPr>
              <a:lnSpc>
                <a:spcPct val="145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而不是把你的数据交给</a:t>
            </a: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857250" y="3771900"/>
            <a:ext cx="857250" cy="381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57250" y="4038600"/>
            <a:ext cx="6667500" cy="11811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记：随手粘贴，</a:t>
            </a:r>
            <a:r>
              <a:rPr lang="en-US" sz="142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拆成条目，你点头才算数</a:t>
            </a:r>
            <a:endParaRPr/>
          </a:p>
          <a:p>
            <a:pPr>
              <a:lnSpc>
                <a:spcPct val="180000"/>
              </a:lnSpc>
            </a:pP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找：三种检索，连订阅来的正文一起搜</a:t>
            </a:r>
            <a:endParaRPr/>
          </a:p>
          <a:p>
            <a:pPr>
              <a:lnSpc>
                <a:spcPct val="180000"/>
              </a:lnSpc>
            </a:pP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收：给个网址，之后它自己去抓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57250" y="558165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github.com/wzsl07/personal-workspace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　·　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MIT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　·　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v0.2.0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5886450"/>
            <a:ext cx="666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22D3EE"/>
                </a:solidFill>
                <a:latin typeface="Microsoft YaHei"/>
                <a:ea typeface="Microsoft YaHei"/>
              </a:rPr>
              <a:t>谢谢，请指正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2026-11-01T09:37:18Z</dcterms:created>
  <dcterms:modified xsi:type="dcterms:W3CDTF">2026-11-01T09:37:18Z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{"AIGC":{"Label":"1","ContentProducer":"00119111010856365494821B355","ProduceID":"01a1946f6bbb71cead984b1b36ed7641","ReservedCode1":"","ContentPropagator":"00119111010856365494821B355","PropagateID":"01a1946f6bbb71cead984b1b36ed7641","ReservedCode2":""}}</vt:lpwstr>
  </property>
</Properties>
</file>